
<file path=[Content_Types].xml><?xml version="1.0" encoding="utf-8"?>
<Types xmlns="http://schemas.openxmlformats.org/package/2006/content-types">
  <Default Extension="bin" ContentType="application/vnd.openxmlformats-officedocument.oleObject"/>
  <Default Extension="jpeg" ContentType="image/jpe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8"/>
  </p:notesMasterIdLst>
  <p:sldIdLst>
    <p:sldId id="256" r:id="rId2"/>
    <p:sldId id="257" r:id="rId3"/>
    <p:sldId id="287" r:id="rId4"/>
    <p:sldId id="258" r:id="rId5"/>
    <p:sldId id="259" r:id="rId6"/>
    <p:sldId id="260" r:id="rId7"/>
    <p:sldId id="261" r:id="rId8"/>
    <p:sldId id="262" r:id="rId9"/>
    <p:sldId id="263" r:id="rId10"/>
    <p:sldId id="264" r:id="rId11"/>
    <p:sldId id="265" r:id="rId12"/>
    <p:sldId id="288" r:id="rId13"/>
    <p:sldId id="289" r:id="rId14"/>
    <p:sldId id="290" r:id="rId15"/>
    <p:sldId id="291" r:id="rId16"/>
    <p:sldId id="292" r:id="rId17"/>
    <p:sldId id="310" r:id="rId18"/>
    <p:sldId id="293" r:id="rId19"/>
    <p:sldId id="294" r:id="rId20"/>
    <p:sldId id="295" r:id="rId21"/>
    <p:sldId id="296" r:id="rId22"/>
    <p:sldId id="311" r:id="rId23"/>
    <p:sldId id="297" r:id="rId24"/>
    <p:sldId id="270" r:id="rId25"/>
    <p:sldId id="271" r:id="rId26"/>
    <p:sldId id="277" r:id="rId27"/>
    <p:sldId id="278" r:id="rId28"/>
    <p:sldId id="272" r:id="rId29"/>
    <p:sldId id="273" r:id="rId30"/>
    <p:sldId id="274" r:id="rId31"/>
    <p:sldId id="279" r:id="rId32"/>
    <p:sldId id="281" r:id="rId33"/>
    <p:sldId id="282" r:id="rId34"/>
    <p:sldId id="283" r:id="rId35"/>
    <p:sldId id="280" r:id="rId36"/>
    <p:sldId id="276" r:id="rId3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60" d="100"/>
          <a:sy n="60" d="100"/>
        </p:scale>
        <p:origin x="1464" y="2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9CBC059-1831-40A8-B5A0-F5834F343B0A}" type="doc">
      <dgm:prSet loTypeId="urn:microsoft.com/office/officeart/2008/layout/LinedList" loCatId="list" qsTypeId="urn:microsoft.com/office/officeart/2005/8/quickstyle/simple1" qsCatId="simple" csTypeId="urn:microsoft.com/office/officeart/2005/8/colors/accent1_2" csCatId="accent1" phldr="1"/>
      <dgm:spPr/>
      <dgm:t>
        <a:bodyPr/>
        <a:lstStyle/>
        <a:p>
          <a:endParaRPr lang="en-US"/>
        </a:p>
      </dgm:t>
    </dgm:pt>
    <dgm:pt modelId="{EFF54156-220A-4D16-A108-03025FAB5EFB}">
      <dgm:prSet/>
      <dgm:spPr/>
      <dgm:t>
        <a:bodyPr/>
        <a:lstStyle/>
        <a:p>
          <a:pPr>
            <a:lnSpc>
              <a:spcPct val="100000"/>
            </a:lnSpc>
          </a:pPr>
          <a:r>
            <a:rPr lang="en-IN" b="1"/>
            <a:t>Dirty Read</a:t>
          </a:r>
          <a:endParaRPr lang="en-US"/>
        </a:p>
      </dgm:t>
    </dgm:pt>
    <dgm:pt modelId="{F68AFBE8-778C-43C9-A3B5-DB37F8FB2597}" type="parTrans" cxnId="{F852AB9A-3DD7-420A-8DDB-2F42EECFC9E7}">
      <dgm:prSet/>
      <dgm:spPr/>
      <dgm:t>
        <a:bodyPr/>
        <a:lstStyle/>
        <a:p>
          <a:endParaRPr lang="en-US"/>
        </a:p>
      </dgm:t>
    </dgm:pt>
    <dgm:pt modelId="{ADA33C22-25AE-4F8D-B31F-70BC45E6102A}" type="sibTrans" cxnId="{F852AB9A-3DD7-420A-8DDB-2F42EECFC9E7}">
      <dgm:prSet/>
      <dgm:spPr/>
      <dgm:t>
        <a:bodyPr/>
        <a:lstStyle/>
        <a:p>
          <a:endParaRPr lang="en-US"/>
        </a:p>
      </dgm:t>
    </dgm:pt>
    <dgm:pt modelId="{52D24472-6CF0-4C63-9962-E89EA95DA7C7}">
      <dgm:prSet/>
      <dgm:spPr/>
      <dgm:t>
        <a:bodyPr/>
        <a:lstStyle/>
        <a:p>
          <a:pPr>
            <a:lnSpc>
              <a:spcPct val="100000"/>
            </a:lnSpc>
          </a:pPr>
          <a:r>
            <a:rPr lang="en-IN" b="1"/>
            <a:t>Non-repeatable Read</a:t>
          </a:r>
          <a:endParaRPr lang="en-US"/>
        </a:p>
      </dgm:t>
    </dgm:pt>
    <dgm:pt modelId="{9426F4FE-5AB0-4DB5-B138-9664C8C9C236}" type="parTrans" cxnId="{CC207FAB-3973-4AB3-8853-3A2048A19A15}">
      <dgm:prSet/>
      <dgm:spPr/>
      <dgm:t>
        <a:bodyPr/>
        <a:lstStyle/>
        <a:p>
          <a:endParaRPr lang="en-US"/>
        </a:p>
      </dgm:t>
    </dgm:pt>
    <dgm:pt modelId="{333CCDC2-A6BC-4ABA-B0E0-8B7AF44B196A}" type="sibTrans" cxnId="{CC207FAB-3973-4AB3-8853-3A2048A19A15}">
      <dgm:prSet/>
      <dgm:spPr/>
      <dgm:t>
        <a:bodyPr/>
        <a:lstStyle/>
        <a:p>
          <a:endParaRPr lang="en-US"/>
        </a:p>
      </dgm:t>
    </dgm:pt>
    <dgm:pt modelId="{DB6ADC0D-0360-47FA-A12B-C2D604A2695F}">
      <dgm:prSet/>
      <dgm:spPr/>
      <dgm:t>
        <a:bodyPr/>
        <a:lstStyle/>
        <a:p>
          <a:pPr>
            <a:lnSpc>
              <a:spcPct val="100000"/>
            </a:lnSpc>
          </a:pPr>
          <a:r>
            <a:rPr lang="en-IN" b="1"/>
            <a:t>Phantom Read</a:t>
          </a:r>
          <a:endParaRPr lang="en-US"/>
        </a:p>
      </dgm:t>
    </dgm:pt>
    <dgm:pt modelId="{5B90524C-BD4C-43B8-85EC-4614BAC36C43}" type="parTrans" cxnId="{6A95AEA6-8113-4F09-9A46-F647E42BB1C4}">
      <dgm:prSet/>
      <dgm:spPr/>
      <dgm:t>
        <a:bodyPr/>
        <a:lstStyle/>
        <a:p>
          <a:endParaRPr lang="en-US"/>
        </a:p>
      </dgm:t>
    </dgm:pt>
    <dgm:pt modelId="{BACBC8CA-B268-4C49-BE2C-89836A898ACE}" type="sibTrans" cxnId="{6A95AEA6-8113-4F09-9A46-F647E42BB1C4}">
      <dgm:prSet/>
      <dgm:spPr/>
      <dgm:t>
        <a:bodyPr/>
        <a:lstStyle/>
        <a:p>
          <a:endParaRPr lang="en-US"/>
        </a:p>
      </dgm:t>
    </dgm:pt>
    <dgm:pt modelId="{9F7BCA40-289D-4FC1-82A3-261B2C8D9F1E}" type="pres">
      <dgm:prSet presAssocID="{A9CBC059-1831-40A8-B5A0-F5834F343B0A}" presName="vert0" presStyleCnt="0">
        <dgm:presLayoutVars>
          <dgm:dir/>
          <dgm:animOne val="branch"/>
          <dgm:animLvl val="lvl"/>
        </dgm:presLayoutVars>
      </dgm:prSet>
      <dgm:spPr/>
    </dgm:pt>
    <dgm:pt modelId="{307AC063-74F3-4516-9455-4F866727C323}" type="pres">
      <dgm:prSet presAssocID="{EFF54156-220A-4D16-A108-03025FAB5EFB}" presName="thickLine" presStyleLbl="alignNode1" presStyleIdx="0" presStyleCnt="3"/>
      <dgm:spPr/>
    </dgm:pt>
    <dgm:pt modelId="{FE99D330-993B-4573-BF6F-21ECEA50EECD}" type="pres">
      <dgm:prSet presAssocID="{EFF54156-220A-4D16-A108-03025FAB5EFB}" presName="horz1" presStyleCnt="0"/>
      <dgm:spPr/>
    </dgm:pt>
    <dgm:pt modelId="{E731BA37-6FBF-48B2-851F-1741507765FF}" type="pres">
      <dgm:prSet presAssocID="{EFF54156-220A-4D16-A108-03025FAB5EFB}" presName="tx1" presStyleLbl="revTx" presStyleIdx="0" presStyleCnt="3"/>
      <dgm:spPr/>
    </dgm:pt>
    <dgm:pt modelId="{B3D432EE-E52A-4F0B-B812-22043A0967B0}" type="pres">
      <dgm:prSet presAssocID="{EFF54156-220A-4D16-A108-03025FAB5EFB}" presName="vert1" presStyleCnt="0"/>
      <dgm:spPr/>
    </dgm:pt>
    <dgm:pt modelId="{825DCD62-8E43-4222-B849-6E82B5DAE94B}" type="pres">
      <dgm:prSet presAssocID="{52D24472-6CF0-4C63-9962-E89EA95DA7C7}" presName="thickLine" presStyleLbl="alignNode1" presStyleIdx="1" presStyleCnt="3"/>
      <dgm:spPr/>
    </dgm:pt>
    <dgm:pt modelId="{0F3DD27A-5E72-4215-BDD0-04B04D01ECD8}" type="pres">
      <dgm:prSet presAssocID="{52D24472-6CF0-4C63-9962-E89EA95DA7C7}" presName="horz1" presStyleCnt="0"/>
      <dgm:spPr/>
    </dgm:pt>
    <dgm:pt modelId="{3A1E4436-CE12-4993-9C2D-62FD28A97757}" type="pres">
      <dgm:prSet presAssocID="{52D24472-6CF0-4C63-9962-E89EA95DA7C7}" presName="tx1" presStyleLbl="revTx" presStyleIdx="1" presStyleCnt="3"/>
      <dgm:spPr/>
    </dgm:pt>
    <dgm:pt modelId="{9D9360AF-B9C9-4012-9927-73D32CB2F84B}" type="pres">
      <dgm:prSet presAssocID="{52D24472-6CF0-4C63-9962-E89EA95DA7C7}" presName="vert1" presStyleCnt="0"/>
      <dgm:spPr/>
    </dgm:pt>
    <dgm:pt modelId="{50166A02-4542-4321-BDF4-35BA8D59E92D}" type="pres">
      <dgm:prSet presAssocID="{DB6ADC0D-0360-47FA-A12B-C2D604A2695F}" presName="thickLine" presStyleLbl="alignNode1" presStyleIdx="2" presStyleCnt="3"/>
      <dgm:spPr/>
    </dgm:pt>
    <dgm:pt modelId="{9E8BAC6C-A99B-4AD3-BE60-7D8D130E13C0}" type="pres">
      <dgm:prSet presAssocID="{DB6ADC0D-0360-47FA-A12B-C2D604A2695F}" presName="horz1" presStyleCnt="0"/>
      <dgm:spPr/>
    </dgm:pt>
    <dgm:pt modelId="{D49AECBA-B621-4A0C-BF2A-1A9985F33FFB}" type="pres">
      <dgm:prSet presAssocID="{DB6ADC0D-0360-47FA-A12B-C2D604A2695F}" presName="tx1" presStyleLbl="revTx" presStyleIdx="2" presStyleCnt="3"/>
      <dgm:spPr/>
    </dgm:pt>
    <dgm:pt modelId="{50D2B4EB-AC52-4628-A39E-A310C8056B40}" type="pres">
      <dgm:prSet presAssocID="{DB6ADC0D-0360-47FA-A12B-C2D604A2695F}" presName="vert1" presStyleCnt="0"/>
      <dgm:spPr/>
    </dgm:pt>
  </dgm:ptLst>
  <dgm:cxnLst>
    <dgm:cxn modelId="{C7C9914A-0549-4DAE-891C-62B2106E084D}" type="presOf" srcId="{DB6ADC0D-0360-47FA-A12B-C2D604A2695F}" destId="{D49AECBA-B621-4A0C-BF2A-1A9985F33FFB}" srcOrd="0" destOrd="0" presId="urn:microsoft.com/office/officeart/2008/layout/LinedList"/>
    <dgm:cxn modelId="{F852AB9A-3DD7-420A-8DDB-2F42EECFC9E7}" srcId="{A9CBC059-1831-40A8-B5A0-F5834F343B0A}" destId="{EFF54156-220A-4D16-A108-03025FAB5EFB}" srcOrd="0" destOrd="0" parTransId="{F68AFBE8-778C-43C9-A3B5-DB37F8FB2597}" sibTransId="{ADA33C22-25AE-4F8D-B31F-70BC45E6102A}"/>
    <dgm:cxn modelId="{6A95AEA6-8113-4F09-9A46-F647E42BB1C4}" srcId="{A9CBC059-1831-40A8-B5A0-F5834F343B0A}" destId="{DB6ADC0D-0360-47FA-A12B-C2D604A2695F}" srcOrd="2" destOrd="0" parTransId="{5B90524C-BD4C-43B8-85EC-4614BAC36C43}" sibTransId="{BACBC8CA-B268-4C49-BE2C-89836A898ACE}"/>
    <dgm:cxn modelId="{CC207FAB-3973-4AB3-8853-3A2048A19A15}" srcId="{A9CBC059-1831-40A8-B5A0-F5834F343B0A}" destId="{52D24472-6CF0-4C63-9962-E89EA95DA7C7}" srcOrd="1" destOrd="0" parTransId="{9426F4FE-5AB0-4DB5-B138-9664C8C9C236}" sibTransId="{333CCDC2-A6BC-4ABA-B0E0-8B7AF44B196A}"/>
    <dgm:cxn modelId="{E9DDBCBF-2423-41DF-A425-3F2909038396}" type="presOf" srcId="{EFF54156-220A-4D16-A108-03025FAB5EFB}" destId="{E731BA37-6FBF-48B2-851F-1741507765FF}" srcOrd="0" destOrd="0" presId="urn:microsoft.com/office/officeart/2008/layout/LinedList"/>
    <dgm:cxn modelId="{378FC0F6-06B8-4256-9EC5-F1654C054A69}" type="presOf" srcId="{A9CBC059-1831-40A8-B5A0-F5834F343B0A}" destId="{9F7BCA40-289D-4FC1-82A3-261B2C8D9F1E}" srcOrd="0" destOrd="0" presId="urn:microsoft.com/office/officeart/2008/layout/LinedList"/>
    <dgm:cxn modelId="{EC1E4CFA-53E1-4732-B8F1-552FEFAECC2D}" type="presOf" srcId="{52D24472-6CF0-4C63-9962-E89EA95DA7C7}" destId="{3A1E4436-CE12-4993-9C2D-62FD28A97757}" srcOrd="0" destOrd="0" presId="urn:microsoft.com/office/officeart/2008/layout/LinedList"/>
    <dgm:cxn modelId="{E2BACF05-93E6-475F-B6A5-F0E163DCF405}" type="presParOf" srcId="{9F7BCA40-289D-4FC1-82A3-261B2C8D9F1E}" destId="{307AC063-74F3-4516-9455-4F866727C323}" srcOrd="0" destOrd="0" presId="urn:microsoft.com/office/officeart/2008/layout/LinedList"/>
    <dgm:cxn modelId="{242FFB4D-63DD-4328-89FC-D681EA96B30C}" type="presParOf" srcId="{9F7BCA40-289D-4FC1-82A3-261B2C8D9F1E}" destId="{FE99D330-993B-4573-BF6F-21ECEA50EECD}" srcOrd="1" destOrd="0" presId="urn:microsoft.com/office/officeart/2008/layout/LinedList"/>
    <dgm:cxn modelId="{733FC484-93D7-46EB-9921-16EA710FC3FB}" type="presParOf" srcId="{FE99D330-993B-4573-BF6F-21ECEA50EECD}" destId="{E731BA37-6FBF-48B2-851F-1741507765FF}" srcOrd="0" destOrd="0" presId="urn:microsoft.com/office/officeart/2008/layout/LinedList"/>
    <dgm:cxn modelId="{C9117FCF-6EFE-43CB-A3B8-95C5855F41FC}" type="presParOf" srcId="{FE99D330-993B-4573-BF6F-21ECEA50EECD}" destId="{B3D432EE-E52A-4F0B-B812-22043A0967B0}" srcOrd="1" destOrd="0" presId="urn:microsoft.com/office/officeart/2008/layout/LinedList"/>
    <dgm:cxn modelId="{98E652A9-CBD7-44C4-882F-DAB533907D12}" type="presParOf" srcId="{9F7BCA40-289D-4FC1-82A3-261B2C8D9F1E}" destId="{825DCD62-8E43-4222-B849-6E82B5DAE94B}" srcOrd="2" destOrd="0" presId="urn:microsoft.com/office/officeart/2008/layout/LinedList"/>
    <dgm:cxn modelId="{068F2FAB-81E7-4D25-8AB2-CC393447FBA2}" type="presParOf" srcId="{9F7BCA40-289D-4FC1-82A3-261B2C8D9F1E}" destId="{0F3DD27A-5E72-4215-BDD0-04B04D01ECD8}" srcOrd="3" destOrd="0" presId="urn:microsoft.com/office/officeart/2008/layout/LinedList"/>
    <dgm:cxn modelId="{8F7F4D13-96C9-4DCD-A34D-4FE1381407F1}" type="presParOf" srcId="{0F3DD27A-5E72-4215-BDD0-04B04D01ECD8}" destId="{3A1E4436-CE12-4993-9C2D-62FD28A97757}" srcOrd="0" destOrd="0" presId="urn:microsoft.com/office/officeart/2008/layout/LinedList"/>
    <dgm:cxn modelId="{4BE4BFDC-61FE-4385-9F17-44A275BA9AA2}" type="presParOf" srcId="{0F3DD27A-5E72-4215-BDD0-04B04D01ECD8}" destId="{9D9360AF-B9C9-4012-9927-73D32CB2F84B}" srcOrd="1" destOrd="0" presId="urn:microsoft.com/office/officeart/2008/layout/LinedList"/>
    <dgm:cxn modelId="{C0BA10DC-6A12-4F52-A533-DEBCFE5F77BE}" type="presParOf" srcId="{9F7BCA40-289D-4FC1-82A3-261B2C8D9F1E}" destId="{50166A02-4542-4321-BDF4-35BA8D59E92D}" srcOrd="4" destOrd="0" presId="urn:microsoft.com/office/officeart/2008/layout/LinedList"/>
    <dgm:cxn modelId="{1C7C959D-F02A-449D-B049-08D9B9D79042}" type="presParOf" srcId="{9F7BCA40-289D-4FC1-82A3-261B2C8D9F1E}" destId="{9E8BAC6C-A99B-4AD3-BE60-7D8D130E13C0}" srcOrd="5" destOrd="0" presId="urn:microsoft.com/office/officeart/2008/layout/LinedList"/>
    <dgm:cxn modelId="{9D29E261-8CDB-4D03-9E2B-3444AEA589DA}" type="presParOf" srcId="{9E8BAC6C-A99B-4AD3-BE60-7D8D130E13C0}" destId="{D49AECBA-B621-4A0C-BF2A-1A9985F33FFB}" srcOrd="0" destOrd="0" presId="urn:microsoft.com/office/officeart/2008/layout/LinedList"/>
    <dgm:cxn modelId="{261A1DB9-CBBE-42A6-AD18-9D43BB504572}" type="presParOf" srcId="{9E8BAC6C-A99B-4AD3-BE60-7D8D130E13C0}" destId="{50D2B4EB-AC52-4628-A39E-A310C8056B40}"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07AC063-74F3-4516-9455-4F866727C323}">
      <dsp:nvSpPr>
        <dsp:cNvPr id="0" name=""/>
        <dsp:cNvSpPr/>
      </dsp:nvSpPr>
      <dsp:spPr>
        <a:xfrm>
          <a:off x="0" y="1929"/>
          <a:ext cx="3429000" cy="0"/>
        </a:xfrm>
        <a:prstGeom prst="line">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731BA37-6FBF-48B2-851F-1741507765FF}">
      <dsp:nvSpPr>
        <dsp:cNvPr id="0" name=""/>
        <dsp:cNvSpPr/>
      </dsp:nvSpPr>
      <dsp:spPr>
        <a:xfrm>
          <a:off x="0" y="1929"/>
          <a:ext cx="3429000" cy="131580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9540" tIns="129540" rIns="129540" bIns="129540" numCol="1" spcCol="1270" anchor="t" anchorCtr="0">
          <a:noAutofit/>
        </a:bodyPr>
        <a:lstStyle/>
        <a:p>
          <a:pPr marL="0" lvl="0" indent="0" algn="l" defTabSz="1511300">
            <a:lnSpc>
              <a:spcPct val="100000"/>
            </a:lnSpc>
            <a:spcBef>
              <a:spcPct val="0"/>
            </a:spcBef>
            <a:spcAft>
              <a:spcPct val="35000"/>
            </a:spcAft>
            <a:buNone/>
          </a:pPr>
          <a:r>
            <a:rPr lang="en-IN" sz="3400" b="1" kern="1200"/>
            <a:t>Dirty Read</a:t>
          </a:r>
          <a:endParaRPr lang="en-US" sz="3400" kern="1200"/>
        </a:p>
      </dsp:txBody>
      <dsp:txXfrm>
        <a:off x="0" y="1929"/>
        <a:ext cx="3429000" cy="1315809"/>
      </dsp:txXfrm>
    </dsp:sp>
    <dsp:sp modelId="{825DCD62-8E43-4222-B849-6E82B5DAE94B}">
      <dsp:nvSpPr>
        <dsp:cNvPr id="0" name=""/>
        <dsp:cNvSpPr/>
      </dsp:nvSpPr>
      <dsp:spPr>
        <a:xfrm>
          <a:off x="0" y="1317739"/>
          <a:ext cx="3429000" cy="0"/>
        </a:xfrm>
        <a:prstGeom prst="line">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A1E4436-CE12-4993-9C2D-62FD28A97757}">
      <dsp:nvSpPr>
        <dsp:cNvPr id="0" name=""/>
        <dsp:cNvSpPr/>
      </dsp:nvSpPr>
      <dsp:spPr>
        <a:xfrm>
          <a:off x="0" y="1317739"/>
          <a:ext cx="3429000" cy="131580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9540" tIns="129540" rIns="129540" bIns="129540" numCol="1" spcCol="1270" anchor="t" anchorCtr="0">
          <a:noAutofit/>
        </a:bodyPr>
        <a:lstStyle/>
        <a:p>
          <a:pPr marL="0" lvl="0" indent="0" algn="l" defTabSz="1511300">
            <a:lnSpc>
              <a:spcPct val="100000"/>
            </a:lnSpc>
            <a:spcBef>
              <a:spcPct val="0"/>
            </a:spcBef>
            <a:spcAft>
              <a:spcPct val="35000"/>
            </a:spcAft>
            <a:buNone/>
          </a:pPr>
          <a:r>
            <a:rPr lang="en-IN" sz="3400" b="1" kern="1200"/>
            <a:t>Non-repeatable Read</a:t>
          </a:r>
          <a:endParaRPr lang="en-US" sz="3400" kern="1200"/>
        </a:p>
      </dsp:txBody>
      <dsp:txXfrm>
        <a:off x="0" y="1317739"/>
        <a:ext cx="3429000" cy="1315809"/>
      </dsp:txXfrm>
    </dsp:sp>
    <dsp:sp modelId="{50166A02-4542-4321-BDF4-35BA8D59E92D}">
      <dsp:nvSpPr>
        <dsp:cNvPr id="0" name=""/>
        <dsp:cNvSpPr/>
      </dsp:nvSpPr>
      <dsp:spPr>
        <a:xfrm>
          <a:off x="0" y="2633548"/>
          <a:ext cx="3429000" cy="0"/>
        </a:xfrm>
        <a:prstGeom prst="line">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49AECBA-B621-4A0C-BF2A-1A9985F33FFB}">
      <dsp:nvSpPr>
        <dsp:cNvPr id="0" name=""/>
        <dsp:cNvSpPr/>
      </dsp:nvSpPr>
      <dsp:spPr>
        <a:xfrm>
          <a:off x="0" y="2633548"/>
          <a:ext cx="3429000" cy="131580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9540" tIns="129540" rIns="129540" bIns="129540" numCol="1" spcCol="1270" anchor="t" anchorCtr="0">
          <a:noAutofit/>
        </a:bodyPr>
        <a:lstStyle/>
        <a:p>
          <a:pPr marL="0" lvl="0" indent="0" algn="l" defTabSz="1511300">
            <a:lnSpc>
              <a:spcPct val="100000"/>
            </a:lnSpc>
            <a:spcBef>
              <a:spcPct val="0"/>
            </a:spcBef>
            <a:spcAft>
              <a:spcPct val="35000"/>
            </a:spcAft>
            <a:buNone/>
          </a:pPr>
          <a:r>
            <a:rPr lang="en-IN" sz="3400" b="1" kern="1200"/>
            <a:t>Phantom Read</a:t>
          </a:r>
          <a:endParaRPr lang="en-US" sz="3400" kern="1200"/>
        </a:p>
      </dsp:txBody>
      <dsp:txXfrm>
        <a:off x="0" y="2633548"/>
        <a:ext cx="3429000" cy="1315809"/>
      </dsp:txXfrm>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C4E7055-EDCD-4DAC-BD55-610977C38F14}" type="datetimeFigureOut">
              <a:rPr lang="en-IN" smtClean="0"/>
              <a:t>22-06-2026</a:t>
            </a:fld>
            <a:endParaRPr lang="en-IN"/>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FC01FDF-0DCD-469C-B92A-D231581327C9}" type="slidenum">
              <a:rPr lang="en-IN" smtClean="0"/>
              <a:t>‹#›</a:t>
            </a:fld>
            <a:endParaRPr lang="en-IN"/>
          </a:p>
        </p:txBody>
      </p:sp>
    </p:spTree>
    <p:extLst>
      <p:ext uri="{BB962C8B-B14F-4D97-AF65-F5344CB8AC3E}">
        <p14:creationId xmlns:p14="http://schemas.microsoft.com/office/powerpoint/2010/main" val="7767253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 Target="../slides/slide3.xml"/><Relationship Id="rId1" Type="http://schemas.openxmlformats.org/officeDocument/2006/relationships/notesMaster" Target="../notesMasters/notesMaster1.xml"/><Relationship Id="rId4" Type="http://schemas.openxmlformats.org/officeDocument/2006/relationships/image" Target="../media/image1.wmf"/></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 Target="../slides/slide14.xml"/><Relationship Id="rId1" Type="http://schemas.openxmlformats.org/officeDocument/2006/relationships/notesMaster" Target="../notesMasters/notesMaster1.xml"/><Relationship Id="rId4" Type="http://schemas.openxmlformats.org/officeDocument/2006/relationships/image" Target="../media/image2.wmf"/></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 Target="../slides/slide16.xml"/><Relationship Id="rId1" Type="http://schemas.openxmlformats.org/officeDocument/2006/relationships/notesMaster" Target="../notesMasters/notesMaster1.xml"/><Relationship Id="rId4" Type="http://schemas.openxmlformats.org/officeDocument/2006/relationships/image" Target="../media/image3.wmf"/></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5">
            <a:extLst>
              <a:ext uri="{FF2B5EF4-FFF2-40B4-BE49-F238E27FC236}">
                <a16:creationId xmlns:a16="http://schemas.microsoft.com/office/drawing/2014/main" id="{D24F21B9-27FE-2BCD-CBCC-A071B718C507}"/>
              </a:ext>
            </a:extLst>
          </p:cNvPr>
          <p:cNvSpPr>
            <a:spLocks noChangeArrowheads="1" noTextEdit="1"/>
          </p:cNvSpPr>
          <p:nvPr>
            <p:ph type="sldImg"/>
          </p:nvPr>
        </p:nvSpPr>
        <p:spPr>
          <a:ln/>
        </p:spPr>
      </p:sp>
      <p:sp>
        <p:nvSpPr>
          <p:cNvPr id="51203" name="Rectangle 6">
            <a:extLst>
              <a:ext uri="{FF2B5EF4-FFF2-40B4-BE49-F238E27FC236}">
                <a16:creationId xmlns:a16="http://schemas.microsoft.com/office/drawing/2014/main" id="{EAE9BB2F-2D53-88CB-D13A-C57BD78FC09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dirty="0">
                <a:latin typeface="Arial" panose="020B0604020202020204" pitchFamily="34" charset="0"/>
              </a:rPr>
              <a:t>Database Transactions</a:t>
            </a:r>
          </a:p>
          <a:p>
            <a:pPr lvl="1" eaLnBrk="1" hangingPunct="1"/>
            <a:r>
              <a:rPr lang="en-US" altLang="en-US" dirty="0"/>
              <a:t>The Oracle server ensures data consistency based on transactions</a:t>
            </a:r>
            <a:r>
              <a:rPr lang="en-US" altLang="en-US" dirty="0">
                <a:solidFill>
                  <a:srgbClr val="FC0128"/>
                </a:solidFill>
              </a:rPr>
              <a:t>.</a:t>
            </a:r>
            <a:r>
              <a:rPr lang="en-US" altLang="en-US" dirty="0"/>
              <a:t> Transactions give you more flexibility and control when changing data, and they ensure data consistency in the event of user process failure or system failure.</a:t>
            </a:r>
          </a:p>
          <a:p>
            <a:pPr lvl="1" eaLnBrk="1" hangingPunct="1"/>
            <a:r>
              <a:rPr lang="en-US" altLang="en-US" dirty="0"/>
              <a:t>Transactions consist of DML statements that make up one consistent change to the data. For example, a transfer of funds between two accounts should include the debit to one account and the credit to another account in the same amount. Both actions should either fail or succeed together; the credit should not be committed without the debit.</a:t>
            </a:r>
          </a:p>
          <a:p>
            <a:pPr eaLnBrk="1" hangingPunct="1"/>
            <a:r>
              <a:rPr lang="en-US" altLang="en-US" dirty="0">
                <a:latin typeface="Arial" panose="020B0604020202020204" pitchFamily="34" charset="0"/>
              </a:rPr>
              <a:t>Transaction Types</a:t>
            </a:r>
          </a:p>
        </p:txBody>
      </p:sp>
      <p:graphicFrame>
        <p:nvGraphicFramePr>
          <p:cNvPr id="51204" name="Object 1024">
            <a:extLst>
              <a:ext uri="{FF2B5EF4-FFF2-40B4-BE49-F238E27FC236}">
                <a16:creationId xmlns:a16="http://schemas.microsoft.com/office/drawing/2014/main" id="{8651E500-3E31-A1AA-1A71-D08EB5AA21CB}"/>
              </a:ext>
            </a:extLst>
          </p:cNvPr>
          <p:cNvGraphicFramePr>
            <a:graphicFrameLocks/>
          </p:cNvGraphicFramePr>
          <p:nvPr/>
        </p:nvGraphicFramePr>
        <p:xfrm>
          <a:off x="638175" y="7134225"/>
          <a:ext cx="5810250" cy="1695450"/>
        </p:xfrm>
        <a:graphic>
          <a:graphicData uri="http://schemas.openxmlformats.org/presentationml/2006/ole">
            <mc:AlternateContent xmlns:mc="http://schemas.openxmlformats.org/markup-compatibility/2006">
              <mc:Choice xmlns:v="urn:schemas-microsoft-com:vml" Requires="v">
                <p:oleObj name="Document" r:id="rId3" imgW="5812536" imgH="1705356" progId="Word.Document.8">
                  <p:embed/>
                </p:oleObj>
              </mc:Choice>
              <mc:Fallback>
                <p:oleObj name="Document" r:id="rId3" imgW="5812536" imgH="1705356" progId="Word.Document.8">
                  <p:embed/>
                  <p:pic>
                    <p:nvPicPr>
                      <p:cNvPr id="51204" name="Object 1024">
                        <a:extLst>
                          <a:ext uri="{FF2B5EF4-FFF2-40B4-BE49-F238E27FC236}">
                            <a16:creationId xmlns:a16="http://schemas.microsoft.com/office/drawing/2014/main" id="{8651E500-3E31-A1AA-1A71-D08EB5AA21CB}"/>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38175" y="7134225"/>
                        <a:ext cx="5810250" cy="1695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4">
            <a:extLst>
              <a:ext uri="{FF2B5EF4-FFF2-40B4-BE49-F238E27FC236}">
                <a16:creationId xmlns:a16="http://schemas.microsoft.com/office/drawing/2014/main" id="{1AD22C7A-2A92-5C5F-0A64-36720FD27E6C}"/>
              </a:ext>
            </a:extLst>
          </p:cNvPr>
          <p:cNvSpPr>
            <a:spLocks noChangeArrowheads="1" noTextEdit="1"/>
          </p:cNvSpPr>
          <p:nvPr>
            <p:ph type="sldImg"/>
          </p:nvPr>
        </p:nvSpPr>
        <p:spPr>
          <a:ln/>
        </p:spPr>
      </p:sp>
      <p:sp>
        <p:nvSpPr>
          <p:cNvPr id="53251" name="Rectangle 5">
            <a:extLst>
              <a:ext uri="{FF2B5EF4-FFF2-40B4-BE49-F238E27FC236}">
                <a16:creationId xmlns:a16="http://schemas.microsoft.com/office/drawing/2014/main" id="{D6796BC6-2FAD-3566-1CF4-1E056A95661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dirty="0">
                <a:latin typeface="Arial" panose="020B0604020202020204" pitchFamily="34" charset="0"/>
              </a:rPr>
              <a:t>When Does a Transaction Start and End?</a:t>
            </a:r>
          </a:p>
          <a:p>
            <a:pPr lvl="1" eaLnBrk="1" hangingPunct="1"/>
            <a:r>
              <a:rPr lang="en-US" altLang="en-US" dirty="0">
                <a:solidFill>
                  <a:schemeClr val="tx1"/>
                </a:solidFill>
              </a:rPr>
              <a:t>A transaction begins when the first DML statement is encountered and ends when one of the following occurs:</a:t>
            </a:r>
          </a:p>
          <a:p>
            <a:pPr lvl="2" eaLnBrk="1" hangingPunct="1"/>
            <a:r>
              <a:rPr lang="en-US" altLang="en-US" dirty="0">
                <a:solidFill>
                  <a:schemeClr val="tx1"/>
                </a:solidFill>
              </a:rPr>
              <a:t>A </a:t>
            </a:r>
            <a:r>
              <a:rPr lang="en-US" altLang="en-US" dirty="0">
                <a:solidFill>
                  <a:schemeClr val="tx1"/>
                </a:solidFill>
                <a:latin typeface="Courier New" panose="02070309020205020404" pitchFamily="49" charset="0"/>
              </a:rPr>
              <a:t>COMMIT</a:t>
            </a:r>
            <a:r>
              <a:rPr lang="en-US" altLang="en-US" dirty="0">
                <a:solidFill>
                  <a:schemeClr val="tx1"/>
                </a:solidFill>
              </a:rPr>
              <a:t> or </a:t>
            </a:r>
            <a:r>
              <a:rPr lang="en-US" altLang="en-US" dirty="0">
                <a:solidFill>
                  <a:schemeClr val="tx1"/>
                </a:solidFill>
                <a:latin typeface="Courier New" panose="02070309020205020404" pitchFamily="49" charset="0"/>
              </a:rPr>
              <a:t>ROLLBACK</a:t>
            </a:r>
            <a:r>
              <a:rPr lang="en-US" altLang="en-US" dirty="0">
                <a:solidFill>
                  <a:schemeClr val="tx1"/>
                </a:solidFill>
              </a:rPr>
              <a:t> statement is issued.</a:t>
            </a:r>
          </a:p>
          <a:p>
            <a:pPr lvl="2" eaLnBrk="1" hangingPunct="1"/>
            <a:r>
              <a:rPr lang="en-US" altLang="en-US" dirty="0">
                <a:solidFill>
                  <a:schemeClr val="tx1"/>
                </a:solidFill>
              </a:rPr>
              <a:t>A DDL statement, such as </a:t>
            </a:r>
            <a:r>
              <a:rPr lang="en-US" altLang="en-US" dirty="0">
                <a:solidFill>
                  <a:schemeClr val="tx1"/>
                </a:solidFill>
                <a:latin typeface="Courier New" panose="02070309020205020404" pitchFamily="49" charset="0"/>
              </a:rPr>
              <a:t>CREATE</a:t>
            </a:r>
            <a:r>
              <a:rPr lang="en-US" altLang="en-US" dirty="0">
                <a:solidFill>
                  <a:schemeClr val="tx1"/>
                </a:solidFill>
              </a:rPr>
              <a:t>, is issued.</a:t>
            </a:r>
          </a:p>
          <a:p>
            <a:pPr lvl="2" eaLnBrk="1" hangingPunct="1"/>
            <a:r>
              <a:rPr lang="en-US" altLang="en-US" dirty="0">
                <a:solidFill>
                  <a:schemeClr val="tx1"/>
                </a:solidFill>
              </a:rPr>
              <a:t>A DCL statement is issued.</a:t>
            </a:r>
          </a:p>
          <a:p>
            <a:pPr lvl="2" eaLnBrk="1" hangingPunct="1"/>
            <a:r>
              <a:rPr lang="en-US" altLang="en-US" dirty="0">
                <a:solidFill>
                  <a:schemeClr val="tx1"/>
                </a:solidFill>
              </a:rPr>
              <a:t>The user exits </a:t>
            </a:r>
            <a:r>
              <a:rPr lang="en-US" altLang="en-US" i="1" dirty="0" err="1">
                <a:solidFill>
                  <a:schemeClr val="tx1"/>
                </a:solidFill>
              </a:rPr>
              <a:t>i</a:t>
            </a:r>
            <a:r>
              <a:rPr lang="en-US" altLang="en-US" dirty="0" err="1">
                <a:solidFill>
                  <a:schemeClr val="tx1"/>
                </a:solidFill>
              </a:rPr>
              <a:t>SQL</a:t>
            </a:r>
            <a:r>
              <a:rPr lang="en-US" altLang="en-US" dirty="0">
                <a:solidFill>
                  <a:schemeClr val="tx1"/>
                </a:solidFill>
              </a:rPr>
              <a:t>*Plus.</a:t>
            </a:r>
          </a:p>
          <a:p>
            <a:pPr lvl="2" eaLnBrk="1" hangingPunct="1"/>
            <a:r>
              <a:rPr lang="en-US" altLang="en-US" dirty="0">
                <a:solidFill>
                  <a:schemeClr val="tx1"/>
                </a:solidFill>
              </a:rPr>
              <a:t>A machine fails or the system crashes.</a:t>
            </a:r>
          </a:p>
          <a:p>
            <a:pPr lvl="1" eaLnBrk="1" hangingPunct="1"/>
            <a:r>
              <a:rPr lang="en-US" altLang="en-US" dirty="0">
                <a:solidFill>
                  <a:schemeClr val="tx1"/>
                </a:solidFill>
              </a:rPr>
              <a:t>After one transaction ends, the next executable SQL statement automatically starts the next transaction.</a:t>
            </a:r>
          </a:p>
          <a:p>
            <a:pPr lvl="1" eaLnBrk="1" hangingPunct="1"/>
            <a:r>
              <a:rPr lang="en-US" altLang="en-US" dirty="0">
                <a:solidFill>
                  <a:schemeClr val="tx1"/>
                </a:solidFill>
              </a:rPr>
              <a:t>A DDL statement or a DCL statement is automatically committed and therefore implicitly ends a transaction.</a:t>
            </a:r>
          </a:p>
        </p:txBody>
      </p:sp>
    </p:spTree>
    <p:extLst>
      <p:ext uri="{BB962C8B-B14F-4D97-AF65-F5344CB8AC3E}">
        <p14:creationId xmlns:p14="http://schemas.microsoft.com/office/powerpoint/2010/main" val="270850128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052">
            <a:extLst>
              <a:ext uri="{FF2B5EF4-FFF2-40B4-BE49-F238E27FC236}">
                <a16:creationId xmlns:a16="http://schemas.microsoft.com/office/drawing/2014/main" id="{FE572550-42C5-AD1F-86F9-A0C89DDA1974}"/>
              </a:ext>
            </a:extLst>
          </p:cNvPr>
          <p:cNvSpPr>
            <a:spLocks noChangeArrowheads="1" noTextEdit="1"/>
          </p:cNvSpPr>
          <p:nvPr>
            <p:ph type="sldImg"/>
          </p:nvPr>
        </p:nvSpPr>
        <p:spPr>
          <a:ln/>
        </p:spPr>
      </p:sp>
      <p:sp>
        <p:nvSpPr>
          <p:cNvPr id="55299" name="Rectangle 2053">
            <a:extLst>
              <a:ext uri="{FF2B5EF4-FFF2-40B4-BE49-F238E27FC236}">
                <a16:creationId xmlns:a16="http://schemas.microsoft.com/office/drawing/2014/main" id="{1EF2A8F0-6960-9566-EE4A-5155EB33721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Arial" panose="020B0604020202020204" pitchFamily="34" charset="0"/>
              </a:rPr>
              <a:t>Advantages of </a:t>
            </a:r>
            <a:r>
              <a:rPr lang="en-US" altLang="en-US">
                <a:latin typeface="Courier New" panose="02070309020205020404" pitchFamily="49" charset="0"/>
              </a:rPr>
              <a:t>COMMIT</a:t>
            </a:r>
            <a:r>
              <a:rPr lang="en-US" altLang="en-US">
                <a:latin typeface="Arial" panose="020B0604020202020204" pitchFamily="34" charset="0"/>
              </a:rPr>
              <a:t> and </a:t>
            </a:r>
            <a:r>
              <a:rPr lang="en-US" altLang="en-US">
                <a:latin typeface="Courier New" panose="02070309020205020404" pitchFamily="49" charset="0"/>
              </a:rPr>
              <a:t>ROLLBACK</a:t>
            </a:r>
          </a:p>
          <a:p>
            <a:pPr lvl="1" eaLnBrk="1" hangingPunct="1"/>
            <a:r>
              <a:rPr lang="en-US" altLang="en-US"/>
              <a:t>With the </a:t>
            </a:r>
            <a:r>
              <a:rPr lang="en-US" altLang="en-US">
                <a:latin typeface="Courier New" panose="02070309020205020404" pitchFamily="49" charset="0"/>
              </a:rPr>
              <a:t>COMMIT</a:t>
            </a:r>
            <a:r>
              <a:rPr lang="en-US" altLang="en-US"/>
              <a:t> and </a:t>
            </a:r>
            <a:r>
              <a:rPr lang="en-US" altLang="en-US">
                <a:latin typeface="Courier New" panose="02070309020205020404" pitchFamily="49" charset="0"/>
              </a:rPr>
              <a:t>ROLLBACK</a:t>
            </a:r>
            <a:r>
              <a:rPr lang="en-US" altLang="en-US"/>
              <a:t> statements, you have control over making changes to the data permanent.</a:t>
            </a:r>
          </a:p>
        </p:txBody>
      </p:sp>
    </p:spTree>
    <p:extLst>
      <p:ext uri="{BB962C8B-B14F-4D97-AF65-F5344CB8AC3E}">
        <p14:creationId xmlns:p14="http://schemas.microsoft.com/office/powerpoint/2010/main" val="378679613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1029">
            <a:extLst>
              <a:ext uri="{FF2B5EF4-FFF2-40B4-BE49-F238E27FC236}">
                <a16:creationId xmlns:a16="http://schemas.microsoft.com/office/drawing/2014/main" id="{0BF3AAD6-978A-3063-9915-DF585E338DAA}"/>
              </a:ext>
            </a:extLst>
          </p:cNvPr>
          <p:cNvSpPr>
            <a:spLocks noChangeArrowheads="1" noTextEdit="1"/>
          </p:cNvSpPr>
          <p:nvPr>
            <p:ph type="sldImg"/>
          </p:nvPr>
        </p:nvSpPr>
        <p:spPr>
          <a:ln/>
        </p:spPr>
      </p:sp>
      <p:sp>
        <p:nvSpPr>
          <p:cNvPr id="57347" name="Rectangle 1030">
            <a:extLst>
              <a:ext uri="{FF2B5EF4-FFF2-40B4-BE49-F238E27FC236}">
                <a16:creationId xmlns:a16="http://schemas.microsoft.com/office/drawing/2014/main" id="{EA3E579C-4BA9-8D7E-A761-98EC210C97F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Arial" panose="020B0604020202020204" pitchFamily="34" charset="0"/>
              </a:rPr>
              <a:t>Explicit Transaction Control Statements</a:t>
            </a:r>
          </a:p>
          <a:p>
            <a:pPr lvl="1" eaLnBrk="1" hangingPunct="1"/>
            <a:r>
              <a:rPr lang="en-US" altLang="en-US">
                <a:solidFill>
                  <a:schemeClr val="tx1"/>
                </a:solidFill>
              </a:rPr>
              <a:t>You can control the logic of transactions by using the </a:t>
            </a:r>
            <a:r>
              <a:rPr lang="en-US" altLang="en-US">
                <a:solidFill>
                  <a:schemeClr val="tx1"/>
                </a:solidFill>
                <a:latin typeface="Courier New" panose="02070309020205020404" pitchFamily="49" charset="0"/>
              </a:rPr>
              <a:t>COMMIT</a:t>
            </a:r>
            <a:r>
              <a:rPr lang="en-US" altLang="en-US">
                <a:solidFill>
                  <a:schemeClr val="tx1"/>
                </a:solidFill>
              </a:rPr>
              <a:t>, </a:t>
            </a:r>
            <a:r>
              <a:rPr lang="en-US" altLang="en-US">
                <a:solidFill>
                  <a:schemeClr val="tx1"/>
                </a:solidFill>
                <a:latin typeface="Courier New" panose="02070309020205020404" pitchFamily="49" charset="0"/>
              </a:rPr>
              <a:t>SAVEPOINT</a:t>
            </a:r>
            <a:r>
              <a:rPr lang="en-US" altLang="en-US">
                <a:solidFill>
                  <a:schemeClr val="tx1"/>
                </a:solidFill>
              </a:rPr>
              <a:t>, and </a:t>
            </a:r>
            <a:r>
              <a:rPr lang="en-US" altLang="en-US">
                <a:solidFill>
                  <a:schemeClr val="tx1"/>
                </a:solidFill>
                <a:latin typeface="Courier New" panose="02070309020205020404" pitchFamily="49" charset="0"/>
              </a:rPr>
              <a:t>ROLLBACK</a:t>
            </a:r>
            <a:r>
              <a:rPr lang="en-US" altLang="en-US">
                <a:solidFill>
                  <a:schemeClr val="tx1"/>
                </a:solidFill>
              </a:rPr>
              <a:t> statements.</a:t>
            </a:r>
          </a:p>
          <a:p>
            <a:pPr eaLnBrk="1" hangingPunct="1">
              <a:spcBef>
                <a:spcPct val="25000"/>
              </a:spcBef>
            </a:pPr>
            <a:endParaRPr lang="en-US" altLang="en-US">
              <a:latin typeface="Arial" panose="020B0604020202020204" pitchFamily="34" charset="0"/>
            </a:endParaRPr>
          </a:p>
          <a:p>
            <a:pPr eaLnBrk="1" hangingPunct="1">
              <a:spcBef>
                <a:spcPct val="25000"/>
              </a:spcBef>
            </a:pPr>
            <a:endParaRPr lang="en-US" altLang="en-US">
              <a:latin typeface="Arial" panose="020B0604020202020204" pitchFamily="34" charset="0"/>
            </a:endParaRPr>
          </a:p>
          <a:p>
            <a:pPr eaLnBrk="1" hangingPunct="1">
              <a:spcBef>
                <a:spcPct val="25000"/>
              </a:spcBef>
            </a:pPr>
            <a:endParaRPr lang="en-US" altLang="en-US">
              <a:latin typeface="Arial" panose="020B0604020202020204" pitchFamily="34" charset="0"/>
            </a:endParaRPr>
          </a:p>
          <a:p>
            <a:pPr eaLnBrk="1" hangingPunct="1">
              <a:spcBef>
                <a:spcPct val="25000"/>
              </a:spcBef>
            </a:pPr>
            <a:endParaRPr lang="en-US" altLang="en-US">
              <a:latin typeface="Arial" panose="020B0604020202020204" pitchFamily="34" charset="0"/>
            </a:endParaRPr>
          </a:p>
          <a:p>
            <a:pPr eaLnBrk="1" hangingPunct="1">
              <a:spcBef>
                <a:spcPct val="25000"/>
              </a:spcBef>
            </a:pPr>
            <a:endParaRPr lang="en-US" altLang="en-US">
              <a:latin typeface="Arial" panose="020B0604020202020204" pitchFamily="34" charset="0"/>
            </a:endParaRPr>
          </a:p>
          <a:p>
            <a:pPr eaLnBrk="1" hangingPunct="1">
              <a:spcBef>
                <a:spcPct val="25000"/>
              </a:spcBef>
            </a:pPr>
            <a:endParaRPr lang="en-US" altLang="en-US">
              <a:latin typeface="Arial" panose="020B0604020202020204" pitchFamily="34" charset="0"/>
            </a:endParaRPr>
          </a:p>
          <a:p>
            <a:pPr eaLnBrk="1" hangingPunct="1">
              <a:spcBef>
                <a:spcPct val="25000"/>
              </a:spcBef>
            </a:pPr>
            <a:endParaRPr lang="en-US" altLang="en-US">
              <a:latin typeface="Arial" panose="020B0604020202020204" pitchFamily="34" charset="0"/>
            </a:endParaRPr>
          </a:p>
          <a:p>
            <a:pPr eaLnBrk="1" hangingPunct="1">
              <a:spcBef>
                <a:spcPct val="25000"/>
              </a:spcBef>
            </a:pPr>
            <a:endParaRPr lang="en-US" altLang="en-US">
              <a:latin typeface="Arial" panose="020B0604020202020204" pitchFamily="34" charset="0"/>
            </a:endParaRPr>
          </a:p>
          <a:p>
            <a:pPr eaLnBrk="1" hangingPunct="1">
              <a:spcBef>
                <a:spcPct val="25000"/>
              </a:spcBef>
            </a:pPr>
            <a:br>
              <a:rPr lang="en-US" altLang="en-US" b="0">
                <a:latin typeface="Arial" panose="020B0604020202020204" pitchFamily="34" charset="0"/>
              </a:rPr>
            </a:br>
            <a:br>
              <a:rPr lang="en-US" altLang="en-US" b="0">
                <a:latin typeface="Arial" panose="020B0604020202020204" pitchFamily="34" charset="0"/>
              </a:rPr>
            </a:br>
            <a:br>
              <a:rPr lang="en-US" altLang="en-US" b="0">
                <a:latin typeface="Arial" panose="020B0604020202020204" pitchFamily="34" charset="0"/>
              </a:rPr>
            </a:br>
            <a:endParaRPr lang="en-US" altLang="en-US" b="0">
              <a:latin typeface="Arial" panose="020B0604020202020204" pitchFamily="34" charset="0"/>
            </a:endParaRPr>
          </a:p>
          <a:p>
            <a:pPr lvl="1" eaLnBrk="1" hangingPunct="1">
              <a:spcBef>
                <a:spcPct val="45000"/>
              </a:spcBef>
            </a:pPr>
            <a:r>
              <a:rPr lang="en-US" altLang="en-US" b="1">
                <a:solidFill>
                  <a:schemeClr val="tx1"/>
                </a:solidFill>
              </a:rPr>
              <a:t>Note:</a:t>
            </a:r>
            <a:r>
              <a:rPr lang="en-US" altLang="en-US">
                <a:solidFill>
                  <a:schemeClr val="tx1"/>
                </a:solidFill>
              </a:rPr>
              <a:t> </a:t>
            </a:r>
            <a:r>
              <a:rPr lang="en-US" altLang="en-US">
                <a:solidFill>
                  <a:schemeClr val="tx1"/>
                </a:solidFill>
                <a:latin typeface="Courier New" panose="02070309020205020404" pitchFamily="49" charset="0"/>
              </a:rPr>
              <a:t>SAVEPOINT</a:t>
            </a:r>
            <a:r>
              <a:rPr lang="en-US" altLang="en-US">
                <a:solidFill>
                  <a:schemeClr val="tx1"/>
                </a:solidFill>
              </a:rPr>
              <a:t> is not ANSI standard SQL.</a:t>
            </a:r>
            <a:endParaRPr lang="en-US" altLang="en-US" b="1">
              <a:solidFill>
                <a:schemeClr val="tx1"/>
              </a:solidFill>
            </a:endParaRPr>
          </a:p>
        </p:txBody>
      </p:sp>
      <p:graphicFrame>
        <p:nvGraphicFramePr>
          <p:cNvPr id="57348" name="Object 1024">
            <a:extLst>
              <a:ext uri="{FF2B5EF4-FFF2-40B4-BE49-F238E27FC236}">
                <a16:creationId xmlns:a16="http://schemas.microsoft.com/office/drawing/2014/main" id="{B708EA21-A8DF-93D9-DD59-FEAADA166FD8}"/>
              </a:ext>
            </a:extLst>
          </p:cNvPr>
          <p:cNvGraphicFramePr>
            <a:graphicFrameLocks/>
          </p:cNvGraphicFramePr>
          <p:nvPr/>
        </p:nvGraphicFramePr>
        <p:xfrm>
          <a:off x="639763" y="5861050"/>
          <a:ext cx="5918200" cy="2743200"/>
        </p:xfrm>
        <a:graphic>
          <a:graphicData uri="http://schemas.openxmlformats.org/presentationml/2006/ole">
            <mc:AlternateContent xmlns:mc="http://schemas.openxmlformats.org/markup-compatibility/2006">
              <mc:Choice xmlns:v="urn:schemas-microsoft-com:vml" Requires="v">
                <p:oleObj name="Document" r:id="rId3" imgW="5926836" imgH="2749296" progId="Word.Document.8">
                  <p:embed/>
                </p:oleObj>
              </mc:Choice>
              <mc:Fallback>
                <p:oleObj name="Document" r:id="rId3" imgW="5926836" imgH="2749296" progId="Word.Document.8">
                  <p:embed/>
                  <p:pic>
                    <p:nvPicPr>
                      <p:cNvPr id="57348" name="Object 1024">
                        <a:extLst>
                          <a:ext uri="{FF2B5EF4-FFF2-40B4-BE49-F238E27FC236}">
                            <a16:creationId xmlns:a16="http://schemas.microsoft.com/office/drawing/2014/main" id="{B708EA21-A8DF-93D9-DD59-FEAADA166FD8}"/>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39763" y="5861050"/>
                        <a:ext cx="5918200" cy="2743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318713473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4">
            <a:extLst>
              <a:ext uri="{FF2B5EF4-FFF2-40B4-BE49-F238E27FC236}">
                <a16:creationId xmlns:a16="http://schemas.microsoft.com/office/drawing/2014/main" id="{E5580A09-B58E-A3E0-F44B-E257629651C5}"/>
              </a:ext>
            </a:extLst>
          </p:cNvPr>
          <p:cNvSpPr>
            <a:spLocks noChangeArrowheads="1" noTextEdit="1"/>
          </p:cNvSpPr>
          <p:nvPr>
            <p:ph type="sldImg"/>
          </p:nvPr>
        </p:nvSpPr>
        <p:spPr>
          <a:ln/>
        </p:spPr>
      </p:sp>
      <p:sp>
        <p:nvSpPr>
          <p:cNvPr id="59395" name="Rectangle 5">
            <a:extLst>
              <a:ext uri="{FF2B5EF4-FFF2-40B4-BE49-F238E27FC236}">
                <a16:creationId xmlns:a16="http://schemas.microsoft.com/office/drawing/2014/main" id="{A721DE2A-D9E1-5F47-D8E7-CC1EBC55275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Arial" panose="020B0604020202020204" pitchFamily="34" charset="0"/>
              </a:rPr>
              <a:t>Rolling Back Changes to a Marker</a:t>
            </a:r>
          </a:p>
          <a:p>
            <a:pPr lvl="1" eaLnBrk="1" hangingPunct="1"/>
            <a:r>
              <a:rPr lang="en-US" altLang="en-US">
                <a:solidFill>
                  <a:schemeClr val="tx1"/>
                </a:solidFill>
              </a:rPr>
              <a:t>You can create a marker in the current transaction by using the </a:t>
            </a:r>
            <a:r>
              <a:rPr lang="en-US" altLang="en-US">
                <a:solidFill>
                  <a:schemeClr val="tx1"/>
                </a:solidFill>
                <a:latin typeface="Courier New" panose="02070309020205020404" pitchFamily="49" charset="0"/>
              </a:rPr>
              <a:t>SAVEPOINT</a:t>
            </a:r>
            <a:r>
              <a:rPr lang="en-US" altLang="en-US">
                <a:solidFill>
                  <a:schemeClr val="tx1"/>
                </a:solidFill>
              </a:rPr>
              <a:t> statement, which divides the transaction into smaller sections. You can then discard pending changes up to that marker by using the </a:t>
            </a:r>
            <a:r>
              <a:rPr lang="en-US" altLang="en-US">
                <a:solidFill>
                  <a:schemeClr val="tx1"/>
                </a:solidFill>
                <a:latin typeface="Courier New" panose="02070309020205020404" pitchFamily="49" charset="0"/>
              </a:rPr>
              <a:t>ROLLBACK</a:t>
            </a:r>
            <a:r>
              <a:rPr lang="en-US" altLang="en-US">
                <a:solidFill>
                  <a:schemeClr val="tx1"/>
                </a:solidFill>
              </a:rPr>
              <a:t> </a:t>
            </a:r>
            <a:r>
              <a:rPr lang="en-US" altLang="en-US">
                <a:solidFill>
                  <a:schemeClr val="tx1"/>
                </a:solidFill>
                <a:latin typeface="Courier New" panose="02070309020205020404" pitchFamily="49" charset="0"/>
              </a:rPr>
              <a:t>TO</a:t>
            </a:r>
            <a:r>
              <a:rPr lang="en-US" altLang="en-US">
                <a:solidFill>
                  <a:schemeClr val="tx1"/>
                </a:solidFill>
              </a:rPr>
              <a:t> </a:t>
            </a:r>
            <a:r>
              <a:rPr lang="en-US" altLang="en-US">
                <a:solidFill>
                  <a:schemeClr val="tx1"/>
                </a:solidFill>
                <a:latin typeface="Courier New" panose="02070309020205020404" pitchFamily="49" charset="0"/>
              </a:rPr>
              <a:t>SAVEPOINT</a:t>
            </a:r>
            <a:r>
              <a:rPr lang="en-US" altLang="en-US">
                <a:solidFill>
                  <a:schemeClr val="tx1"/>
                </a:solidFill>
              </a:rPr>
              <a:t> statement. </a:t>
            </a:r>
          </a:p>
          <a:p>
            <a:pPr lvl="1" eaLnBrk="1" hangingPunct="1"/>
            <a:r>
              <a:rPr lang="en-US" altLang="en-US">
                <a:solidFill>
                  <a:schemeClr val="tx1"/>
                </a:solidFill>
              </a:rPr>
              <a:t>If you create a second savepoint with the same name as an earlier savepoint, the earlier savepoint is deleted.</a:t>
            </a:r>
          </a:p>
        </p:txBody>
      </p:sp>
    </p:spTree>
    <p:extLst>
      <p:ext uri="{BB962C8B-B14F-4D97-AF65-F5344CB8AC3E}">
        <p14:creationId xmlns:p14="http://schemas.microsoft.com/office/powerpoint/2010/main" val="92189428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6">
            <a:extLst>
              <a:ext uri="{FF2B5EF4-FFF2-40B4-BE49-F238E27FC236}">
                <a16:creationId xmlns:a16="http://schemas.microsoft.com/office/drawing/2014/main" id="{E31E01FA-B5B5-41FB-BCA7-FF0DE0D43609}"/>
              </a:ext>
            </a:extLst>
          </p:cNvPr>
          <p:cNvSpPr>
            <a:spLocks noChangeArrowheads="1" noTextEdit="1"/>
          </p:cNvSpPr>
          <p:nvPr>
            <p:ph type="sldImg"/>
          </p:nvPr>
        </p:nvSpPr>
        <p:spPr>
          <a:ln/>
        </p:spPr>
      </p:sp>
      <p:sp>
        <p:nvSpPr>
          <p:cNvPr id="61443" name="Rectangle 7">
            <a:extLst>
              <a:ext uri="{FF2B5EF4-FFF2-40B4-BE49-F238E27FC236}">
                <a16:creationId xmlns:a16="http://schemas.microsoft.com/office/drawing/2014/main" id="{BB3155ED-559D-95A7-7682-711FFFCFD7D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SzTx/>
              <a:buFontTx/>
              <a:buNone/>
            </a:pPr>
            <a:r>
              <a:rPr lang="en-US" altLang="en-US" dirty="0">
                <a:latin typeface="Arial" panose="020B0604020202020204" pitchFamily="34" charset="0"/>
              </a:rPr>
              <a:t>Implicit Transaction Processing</a:t>
            </a:r>
          </a:p>
          <a:p>
            <a:pPr>
              <a:lnSpc>
                <a:spcPct val="95000"/>
              </a:lnSpc>
              <a:spcBef>
                <a:spcPct val="10000"/>
              </a:spcBef>
              <a:buSzTx/>
              <a:buFontTx/>
              <a:buNone/>
            </a:pPr>
            <a:endParaRPr lang="en-US" altLang="en-US" dirty="0">
              <a:latin typeface="Arial" panose="020B0604020202020204" pitchFamily="34" charset="0"/>
            </a:endParaRPr>
          </a:p>
          <a:p>
            <a:pPr>
              <a:lnSpc>
                <a:spcPct val="95000"/>
              </a:lnSpc>
              <a:spcBef>
                <a:spcPct val="10000"/>
              </a:spcBef>
              <a:buSzTx/>
              <a:buFontTx/>
              <a:buNone/>
            </a:pPr>
            <a:endParaRPr lang="en-US" altLang="en-US" dirty="0">
              <a:latin typeface="Arial" panose="020B0604020202020204" pitchFamily="34" charset="0"/>
            </a:endParaRPr>
          </a:p>
          <a:p>
            <a:pPr>
              <a:lnSpc>
                <a:spcPct val="95000"/>
              </a:lnSpc>
              <a:spcBef>
                <a:spcPct val="10000"/>
              </a:spcBef>
              <a:buSzTx/>
              <a:buFontTx/>
              <a:buNone/>
            </a:pPr>
            <a:endParaRPr lang="en-US" altLang="en-US" dirty="0">
              <a:latin typeface="Arial" panose="020B0604020202020204" pitchFamily="34" charset="0"/>
            </a:endParaRPr>
          </a:p>
          <a:p>
            <a:pPr>
              <a:lnSpc>
                <a:spcPct val="95000"/>
              </a:lnSpc>
              <a:spcBef>
                <a:spcPct val="10000"/>
              </a:spcBef>
              <a:buSzTx/>
              <a:buFontTx/>
              <a:buNone/>
            </a:pPr>
            <a:endParaRPr lang="en-US" altLang="en-US" dirty="0">
              <a:latin typeface="Arial" panose="020B0604020202020204" pitchFamily="34" charset="0"/>
            </a:endParaRPr>
          </a:p>
          <a:p>
            <a:pPr lvl="1">
              <a:lnSpc>
                <a:spcPct val="95000"/>
              </a:lnSpc>
              <a:spcBef>
                <a:spcPct val="80000"/>
              </a:spcBef>
              <a:buSzTx/>
              <a:buFontTx/>
              <a:buNone/>
            </a:pPr>
            <a:br>
              <a:rPr lang="en-US" altLang="en-US" b="1" dirty="0">
                <a:solidFill>
                  <a:schemeClr val="tx1"/>
                </a:solidFill>
              </a:rPr>
            </a:br>
            <a:r>
              <a:rPr lang="en-US" altLang="en-US" b="1" dirty="0">
                <a:solidFill>
                  <a:schemeClr val="tx1"/>
                </a:solidFill>
              </a:rPr>
              <a:t>Note:</a:t>
            </a:r>
            <a:r>
              <a:rPr lang="en-US" altLang="en-US" dirty="0">
                <a:solidFill>
                  <a:schemeClr val="tx1"/>
                </a:solidFill>
              </a:rPr>
              <a:t> A third command is available in </a:t>
            </a:r>
            <a:r>
              <a:rPr lang="en-US" altLang="en-US" i="1" dirty="0" err="1">
                <a:solidFill>
                  <a:schemeClr val="tx1"/>
                </a:solidFill>
              </a:rPr>
              <a:t>i</a:t>
            </a:r>
            <a:r>
              <a:rPr lang="en-US" altLang="en-US" dirty="0" err="1">
                <a:solidFill>
                  <a:schemeClr val="tx1"/>
                </a:solidFill>
              </a:rPr>
              <a:t>SQL</a:t>
            </a:r>
            <a:r>
              <a:rPr lang="en-US" altLang="en-US" dirty="0">
                <a:solidFill>
                  <a:schemeClr val="tx1"/>
                </a:solidFill>
              </a:rPr>
              <a:t>*Plus. The </a:t>
            </a:r>
            <a:r>
              <a:rPr lang="en-US" altLang="en-US" dirty="0">
                <a:solidFill>
                  <a:schemeClr val="tx1"/>
                </a:solidFill>
                <a:latin typeface="Courier New" panose="02070309020205020404" pitchFamily="49" charset="0"/>
              </a:rPr>
              <a:t>AUTOCOMMIT</a:t>
            </a:r>
            <a:r>
              <a:rPr lang="en-US" altLang="en-US" dirty="0">
                <a:solidFill>
                  <a:schemeClr val="tx1"/>
                </a:solidFill>
              </a:rPr>
              <a:t> command can be toggled on or off. If set to </a:t>
            </a:r>
            <a:r>
              <a:rPr lang="en-US" altLang="en-US" i="1" dirty="0">
                <a:solidFill>
                  <a:schemeClr val="tx1"/>
                </a:solidFill>
              </a:rPr>
              <a:t>on</a:t>
            </a:r>
            <a:r>
              <a:rPr lang="en-US" altLang="en-US" dirty="0">
                <a:solidFill>
                  <a:schemeClr val="tx1"/>
                </a:solidFill>
              </a:rPr>
              <a:t>, each individual DML statement is committed as soon as it is executed. You cannot roll back the changes. If set to </a:t>
            </a:r>
            <a:r>
              <a:rPr lang="en-US" altLang="en-US" i="1" dirty="0">
                <a:solidFill>
                  <a:schemeClr val="tx1"/>
                </a:solidFill>
              </a:rPr>
              <a:t>off</a:t>
            </a:r>
            <a:r>
              <a:rPr lang="en-US" altLang="en-US" dirty="0">
                <a:solidFill>
                  <a:schemeClr val="tx1"/>
                </a:solidFill>
              </a:rPr>
              <a:t>, the </a:t>
            </a:r>
            <a:r>
              <a:rPr lang="en-US" altLang="en-US" dirty="0">
                <a:solidFill>
                  <a:schemeClr val="tx1"/>
                </a:solidFill>
                <a:latin typeface="Courier New" panose="02070309020205020404" pitchFamily="49" charset="0"/>
              </a:rPr>
              <a:t>COMMIT</a:t>
            </a:r>
            <a:r>
              <a:rPr lang="en-US" altLang="en-US" dirty="0">
                <a:solidFill>
                  <a:schemeClr val="tx1"/>
                </a:solidFill>
              </a:rPr>
              <a:t> statement can still be issued explicitly. Also, the </a:t>
            </a:r>
            <a:r>
              <a:rPr lang="en-US" altLang="en-US" dirty="0">
                <a:solidFill>
                  <a:schemeClr val="tx1"/>
                </a:solidFill>
                <a:latin typeface="Courier New" panose="02070309020205020404" pitchFamily="49" charset="0"/>
              </a:rPr>
              <a:t>COMMIT</a:t>
            </a:r>
            <a:r>
              <a:rPr lang="en-US" altLang="en-US" dirty="0">
                <a:solidFill>
                  <a:schemeClr val="tx1"/>
                </a:solidFill>
              </a:rPr>
              <a:t> statement is issued when a DDL statement is issued or when you exit </a:t>
            </a:r>
            <a:r>
              <a:rPr lang="en-US" altLang="en-US" i="1" dirty="0" err="1">
                <a:solidFill>
                  <a:schemeClr val="tx1"/>
                </a:solidFill>
              </a:rPr>
              <a:t>i</a:t>
            </a:r>
            <a:r>
              <a:rPr lang="en-US" altLang="en-US" dirty="0" err="1">
                <a:solidFill>
                  <a:schemeClr val="tx1"/>
                </a:solidFill>
              </a:rPr>
              <a:t>SQL</a:t>
            </a:r>
            <a:r>
              <a:rPr lang="en-US" altLang="en-US" dirty="0">
                <a:solidFill>
                  <a:schemeClr val="tx1"/>
                </a:solidFill>
              </a:rPr>
              <a:t>*Plus. </a:t>
            </a:r>
          </a:p>
        </p:txBody>
      </p:sp>
      <p:graphicFrame>
        <p:nvGraphicFramePr>
          <p:cNvPr id="61444" name="Object 0">
            <a:extLst>
              <a:ext uri="{FF2B5EF4-FFF2-40B4-BE49-F238E27FC236}">
                <a16:creationId xmlns:a16="http://schemas.microsoft.com/office/drawing/2014/main" id="{22AA92FA-8804-ED2B-8BC0-73EBA64D0934}"/>
              </a:ext>
            </a:extLst>
          </p:cNvPr>
          <p:cNvGraphicFramePr>
            <a:graphicFrameLocks/>
          </p:cNvGraphicFramePr>
          <p:nvPr/>
        </p:nvGraphicFramePr>
        <p:xfrm>
          <a:off x="619125" y="5543550"/>
          <a:ext cx="5810250" cy="1028700"/>
        </p:xfrm>
        <a:graphic>
          <a:graphicData uri="http://schemas.openxmlformats.org/presentationml/2006/ole">
            <mc:AlternateContent xmlns:mc="http://schemas.openxmlformats.org/markup-compatibility/2006">
              <mc:Choice xmlns:v="urn:schemas-microsoft-com:vml" Requires="v">
                <p:oleObj name="Document" r:id="rId3" imgW="5815584" imgH="1133856" progId="Word.Document.8">
                  <p:embed/>
                </p:oleObj>
              </mc:Choice>
              <mc:Fallback>
                <p:oleObj name="Document" r:id="rId3" imgW="5815584" imgH="1133856" progId="Word.Document.8">
                  <p:embed/>
                  <p:pic>
                    <p:nvPicPr>
                      <p:cNvPr id="61444" name="Object 0">
                        <a:extLst>
                          <a:ext uri="{FF2B5EF4-FFF2-40B4-BE49-F238E27FC236}">
                            <a16:creationId xmlns:a16="http://schemas.microsoft.com/office/drawing/2014/main" id="{22AA92FA-8804-ED2B-8BC0-73EBA64D0934}"/>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9125" y="5543550"/>
                        <a:ext cx="5810250" cy="1028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185214684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1028">
            <a:extLst>
              <a:ext uri="{FF2B5EF4-FFF2-40B4-BE49-F238E27FC236}">
                <a16:creationId xmlns:a16="http://schemas.microsoft.com/office/drawing/2014/main" id="{D75585A1-48F9-29D8-B687-5E2267379CDB}"/>
              </a:ext>
            </a:extLst>
          </p:cNvPr>
          <p:cNvSpPr>
            <a:spLocks noGrp="1" noChangeArrowheads="1"/>
          </p:cNvSpPr>
          <p:nvPr>
            <p:ph type="body" idx="1"/>
          </p:nvPr>
        </p:nvSpPr>
        <p:spPr>
          <a:xfrm>
            <a:off x="582613" y="466725"/>
            <a:ext cx="5826125" cy="82216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SzTx/>
              <a:buFontTx/>
              <a:buNone/>
            </a:pPr>
            <a:r>
              <a:rPr lang="en-US" altLang="en-US">
                <a:latin typeface="Arial" panose="020B0604020202020204" pitchFamily="34" charset="0"/>
              </a:rPr>
              <a:t>Implicit Transaction Processing (continued)</a:t>
            </a:r>
          </a:p>
          <a:p>
            <a:pPr lvl="1">
              <a:lnSpc>
                <a:spcPct val="95000"/>
              </a:lnSpc>
              <a:spcBef>
                <a:spcPct val="10000"/>
              </a:spcBef>
              <a:buSzTx/>
              <a:buFontTx/>
              <a:buNone/>
            </a:pPr>
            <a:r>
              <a:rPr lang="en-US" altLang="en-US" b="1">
                <a:solidFill>
                  <a:schemeClr val="tx1"/>
                </a:solidFill>
              </a:rPr>
              <a:t>System Failures</a:t>
            </a:r>
          </a:p>
          <a:p>
            <a:pPr lvl="1">
              <a:buSzTx/>
              <a:buFontTx/>
              <a:buNone/>
            </a:pPr>
            <a:r>
              <a:rPr lang="en-US" altLang="en-US">
                <a:solidFill>
                  <a:schemeClr val="tx1"/>
                </a:solidFill>
              </a:rPr>
              <a:t>When a transaction is interrupted by a system failure, the entire transaction is automatically rolled back. This prevents the error from causing unwanted changes to the data and returns the tables to their state at the time of the last commit. In this way, the Oracle server protects the integrity of the tables.</a:t>
            </a:r>
          </a:p>
          <a:p>
            <a:pPr lvl="1">
              <a:buSzTx/>
              <a:buFontTx/>
              <a:buNone/>
            </a:pPr>
            <a:r>
              <a:rPr lang="en-US" altLang="en-US">
                <a:solidFill>
                  <a:schemeClr val="tx1"/>
                </a:solidFill>
              </a:rPr>
              <a:t>From </a:t>
            </a:r>
            <a:r>
              <a:rPr lang="en-US" altLang="en-US" i="1">
                <a:solidFill>
                  <a:schemeClr val="tx1"/>
                </a:solidFill>
              </a:rPr>
              <a:t>i</a:t>
            </a:r>
            <a:r>
              <a:rPr lang="en-US" altLang="en-US">
                <a:solidFill>
                  <a:schemeClr val="tx1"/>
                </a:solidFill>
              </a:rPr>
              <a:t>SQL*Plus, a normal exit from the session is accomplished by clicking the Exit button.  With SQL*Plus, a normal exit is accomplished by typing the command </a:t>
            </a:r>
            <a:r>
              <a:rPr lang="en-US" altLang="en-US">
                <a:solidFill>
                  <a:schemeClr val="tx1"/>
                </a:solidFill>
                <a:latin typeface="Courier New" panose="02070309020205020404" pitchFamily="49" charset="0"/>
              </a:rPr>
              <a:t>EXIT</a:t>
            </a:r>
            <a:r>
              <a:rPr lang="en-US" altLang="en-US">
                <a:solidFill>
                  <a:schemeClr val="tx1"/>
                </a:solidFill>
              </a:rPr>
              <a:t> at the prompt. Closing the window is interpreted as an abnormal exit.</a:t>
            </a:r>
          </a:p>
        </p:txBody>
      </p:sp>
    </p:spTree>
    <p:extLst>
      <p:ext uri="{BB962C8B-B14F-4D97-AF65-F5344CB8AC3E}">
        <p14:creationId xmlns:p14="http://schemas.microsoft.com/office/powerpoint/2010/main" val="206285142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4">
            <a:extLst>
              <a:ext uri="{FF2B5EF4-FFF2-40B4-BE49-F238E27FC236}">
                <a16:creationId xmlns:a16="http://schemas.microsoft.com/office/drawing/2014/main" id="{80C3CEEA-D7C4-ADA9-4467-8E3C67B8282A}"/>
              </a:ext>
            </a:extLst>
          </p:cNvPr>
          <p:cNvSpPr>
            <a:spLocks noChangeArrowheads="1" noTextEdit="1"/>
          </p:cNvSpPr>
          <p:nvPr>
            <p:ph type="sldImg"/>
          </p:nvPr>
        </p:nvSpPr>
        <p:spPr>
          <a:ln/>
        </p:spPr>
      </p:sp>
      <p:sp>
        <p:nvSpPr>
          <p:cNvPr id="64515" name="Rectangle 5">
            <a:extLst>
              <a:ext uri="{FF2B5EF4-FFF2-40B4-BE49-F238E27FC236}">
                <a16:creationId xmlns:a16="http://schemas.microsoft.com/office/drawing/2014/main" id="{5006375A-8DFB-145B-A84D-05B7EE16DD1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Arial" panose="020B0604020202020204" pitchFamily="34" charset="0"/>
              </a:rPr>
              <a:t>Committing Changes</a:t>
            </a:r>
          </a:p>
          <a:p>
            <a:pPr lvl="1" eaLnBrk="1" hangingPunct="1"/>
            <a:r>
              <a:rPr lang="en-US" altLang="en-US">
                <a:solidFill>
                  <a:schemeClr val="tx1"/>
                </a:solidFill>
              </a:rPr>
              <a:t>Every data change made during the transaction is temporary until the transaction is committed.</a:t>
            </a:r>
          </a:p>
          <a:p>
            <a:pPr lvl="1" eaLnBrk="1" hangingPunct="1"/>
            <a:r>
              <a:rPr lang="en-US" altLang="en-US">
                <a:solidFill>
                  <a:schemeClr val="tx1"/>
                </a:solidFill>
              </a:rPr>
              <a:t>The state of the data before </a:t>
            </a:r>
            <a:r>
              <a:rPr lang="en-US" altLang="en-US">
                <a:solidFill>
                  <a:schemeClr val="tx1"/>
                </a:solidFill>
                <a:latin typeface="Courier New" panose="02070309020205020404" pitchFamily="49" charset="0"/>
              </a:rPr>
              <a:t>COMMIT</a:t>
            </a:r>
            <a:r>
              <a:rPr lang="en-US" altLang="en-US">
                <a:solidFill>
                  <a:schemeClr val="tx1"/>
                </a:solidFill>
              </a:rPr>
              <a:t> or </a:t>
            </a:r>
            <a:r>
              <a:rPr lang="en-US" altLang="en-US">
                <a:solidFill>
                  <a:schemeClr val="tx1"/>
                </a:solidFill>
                <a:latin typeface="Courier New" panose="02070309020205020404" pitchFamily="49" charset="0"/>
              </a:rPr>
              <a:t>ROLLBACK</a:t>
            </a:r>
            <a:r>
              <a:rPr lang="en-US" altLang="en-US">
                <a:solidFill>
                  <a:schemeClr val="tx1"/>
                </a:solidFill>
              </a:rPr>
              <a:t> statements are issued can be described as follows:</a:t>
            </a:r>
          </a:p>
          <a:p>
            <a:pPr lvl="2" eaLnBrk="1" hangingPunct="1"/>
            <a:r>
              <a:rPr lang="en-US" altLang="en-US">
                <a:solidFill>
                  <a:schemeClr val="tx1"/>
                </a:solidFill>
              </a:rPr>
              <a:t>Data manipulation operations primarily affect the database buffer; therefore, the previous state of the data can be recovered.</a:t>
            </a:r>
          </a:p>
          <a:p>
            <a:pPr lvl="2" eaLnBrk="1" hangingPunct="1"/>
            <a:r>
              <a:rPr lang="en-US" altLang="en-US">
                <a:solidFill>
                  <a:schemeClr val="tx1"/>
                </a:solidFill>
              </a:rPr>
              <a:t>The current user can review the results of the data manipulation operations by querying the tables.</a:t>
            </a:r>
          </a:p>
          <a:p>
            <a:pPr lvl="2" eaLnBrk="1" hangingPunct="1"/>
            <a:r>
              <a:rPr lang="en-US" altLang="en-US">
                <a:solidFill>
                  <a:schemeClr val="tx1"/>
                </a:solidFill>
              </a:rPr>
              <a:t>Other users cannot view the results of the data manipulation operations made by the current user. The Oracle server institutes read consistency to ensure that each user sees data as it existed at the last commit.</a:t>
            </a:r>
          </a:p>
          <a:p>
            <a:pPr lvl="2" eaLnBrk="1" hangingPunct="1"/>
            <a:r>
              <a:rPr lang="en-US" altLang="en-US">
                <a:solidFill>
                  <a:schemeClr val="tx1"/>
                </a:solidFill>
              </a:rPr>
              <a:t>The affected rows are locked; other users cannot change the data in the affected rows.</a:t>
            </a:r>
          </a:p>
        </p:txBody>
      </p:sp>
    </p:spTree>
    <p:extLst>
      <p:ext uri="{BB962C8B-B14F-4D97-AF65-F5344CB8AC3E}">
        <p14:creationId xmlns:p14="http://schemas.microsoft.com/office/powerpoint/2010/main" val="139253963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4">
            <a:extLst>
              <a:ext uri="{FF2B5EF4-FFF2-40B4-BE49-F238E27FC236}">
                <a16:creationId xmlns:a16="http://schemas.microsoft.com/office/drawing/2014/main" id="{3059EFF4-88A9-4AE1-5088-8B4F4F9C6814}"/>
              </a:ext>
            </a:extLst>
          </p:cNvPr>
          <p:cNvSpPr>
            <a:spLocks noChangeArrowheads="1" noTextEdit="1"/>
          </p:cNvSpPr>
          <p:nvPr>
            <p:ph type="sldImg"/>
          </p:nvPr>
        </p:nvSpPr>
        <p:spPr>
          <a:ln/>
        </p:spPr>
      </p:sp>
      <p:sp>
        <p:nvSpPr>
          <p:cNvPr id="66563" name="Rectangle 5">
            <a:extLst>
              <a:ext uri="{FF2B5EF4-FFF2-40B4-BE49-F238E27FC236}">
                <a16:creationId xmlns:a16="http://schemas.microsoft.com/office/drawing/2014/main" id="{CD86CF3E-8AB9-DAB4-13FE-E93106588E8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Arial" panose="020B0604020202020204" pitchFamily="34" charset="0"/>
              </a:rPr>
              <a:t>Committing Changes (continued)</a:t>
            </a:r>
          </a:p>
          <a:p>
            <a:pPr lvl="1" eaLnBrk="1" hangingPunct="1"/>
            <a:r>
              <a:rPr lang="en-US" altLang="en-US">
                <a:solidFill>
                  <a:schemeClr val="tx1"/>
                </a:solidFill>
              </a:rPr>
              <a:t>Make all pending changes permanent by using the </a:t>
            </a:r>
            <a:r>
              <a:rPr lang="en-US" altLang="en-US">
                <a:solidFill>
                  <a:schemeClr val="tx1"/>
                </a:solidFill>
                <a:latin typeface="Courier New" panose="02070309020205020404" pitchFamily="49" charset="0"/>
              </a:rPr>
              <a:t>COMMIT</a:t>
            </a:r>
            <a:r>
              <a:rPr lang="en-US" altLang="en-US">
                <a:solidFill>
                  <a:schemeClr val="tx1"/>
                </a:solidFill>
              </a:rPr>
              <a:t> statement. Here is what happens after a </a:t>
            </a:r>
            <a:r>
              <a:rPr lang="en-US" altLang="en-US">
                <a:solidFill>
                  <a:schemeClr val="tx1"/>
                </a:solidFill>
                <a:latin typeface="Courier New" panose="02070309020205020404" pitchFamily="49" charset="0"/>
              </a:rPr>
              <a:t>COMMIT</a:t>
            </a:r>
            <a:r>
              <a:rPr lang="en-US" altLang="en-US">
                <a:solidFill>
                  <a:schemeClr val="tx1"/>
                </a:solidFill>
              </a:rPr>
              <a:t> statement:</a:t>
            </a:r>
          </a:p>
          <a:p>
            <a:pPr lvl="2" eaLnBrk="1" hangingPunct="1"/>
            <a:r>
              <a:rPr lang="en-US" altLang="en-US">
                <a:solidFill>
                  <a:schemeClr val="tx1"/>
                </a:solidFill>
              </a:rPr>
              <a:t>Data changes are written to the database.</a:t>
            </a:r>
          </a:p>
          <a:p>
            <a:pPr lvl="2" eaLnBrk="1" hangingPunct="1"/>
            <a:r>
              <a:rPr lang="en-US" altLang="en-US">
                <a:solidFill>
                  <a:schemeClr val="tx1"/>
                </a:solidFill>
              </a:rPr>
              <a:t>The previous state of the data is no longer available with normal SQL queries.</a:t>
            </a:r>
          </a:p>
          <a:p>
            <a:pPr lvl="2" eaLnBrk="1" hangingPunct="1"/>
            <a:r>
              <a:rPr lang="en-US" altLang="en-US">
                <a:solidFill>
                  <a:schemeClr val="tx1"/>
                </a:solidFill>
              </a:rPr>
              <a:t>All users can view the results of the transaction.</a:t>
            </a:r>
          </a:p>
          <a:p>
            <a:pPr lvl="2" eaLnBrk="1" hangingPunct="1"/>
            <a:r>
              <a:rPr lang="en-US" altLang="en-US">
                <a:solidFill>
                  <a:schemeClr val="tx1"/>
                </a:solidFill>
              </a:rPr>
              <a:t>The locks on the affected rows are released; the rows are now available for other users to perform new data changes.</a:t>
            </a:r>
          </a:p>
          <a:p>
            <a:pPr lvl="2" eaLnBrk="1" hangingPunct="1"/>
            <a:r>
              <a:rPr lang="en-US" altLang="en-US">
                <a:solidFill>
                  <a:schemeClr val="tx1"/>
                </a:solidFill>
              </a:rPr>
              <a:t>All savepoints are erased.</a:t>
            </a:r>
          </a:p>
        </p:txBody>
      </p:sp>
    </p:spTree>
    <p:extLst>
      <p:ext uri="{BB962C8B-B14F-4D97-AF65-F5344CB8AC3E}">
        <p14:creationId xmlns:p14="http://schemas.microsoft.com/office/powerpoint/2010/main" val="376819255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6">
            <a:extLst>
              <a:ext uri="{FF2B5EF4-FFF2-40B4-BE49-F238E27FC236}">
                <a16:creationId xmlns:a16="http://schemas.microsoft.com/office/drawing/2014/main" id="{1B955452-66C0-1304-4D16-196B17CAAF9C}"/>
              </a:ext>
            </a:extLst>
          </p:cNvPr>
          <p:cNvSpPr>
            <a:spLocks noChangeArrowheads="1" noTextEdit="1"/>
          </p:cNvSpPr>
          <p:nvPr>
            <p:ph type="sldImg"/>
          </p:nvPr>
        </p:nvSpPr>
        <p:spPr>
          <a:xfrm>
            <a:off x="477838" y="466725"/>
            <a:ext cx="6035675" cy="4525963"/>
          </a:xfrm>
          <a:ln/>
        </p:spPr>
      </p:sp>
      <p:sp>
        <p:nvSpPr>
          <p:cNvPr id="68611" name="Rectangle 7">
            <a:extLst>
              <a:ext uri="{FF2B5EF4-FFF2-40B4-BE49-F238E27FC236}">
                <a16:creationId xmlns:a16="http://schemas.microsoft.com/office/drawing/2014/main" id="{99392651-AE37-31EC-D22A-22D07B33863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Arial" panose="020B0604020202020204" pitchFamily="34" charset="0"/>
              </a:rPr>
              <a:t>Committing Changes (continued)</a:t>
            </a:r>
          </a:p>
          <a:p>
            <a:pPr lvl="1" eaLnBrk="1" hangingPunct="1"/>
            <a:r>
              <a:rPr lang="en-US" altLang="en-US">
                <a:solidFill>
                  <a:schemeClr val="tx1"/>
                </a:solidFill>
              </a:rPr>
              <a:t>The slide example deletes a row from  the </a:t>
            </a:r>
            <a:r>
              <a:rPr lang="en-US" altLang="en-US">
                <a:solidFill>
                  <a:schemeClr val="tx1"/>
                </a:solidFill>
                <a:latin typeface="Courier New" panose="02070309020205020404" pitchFamily="49" charset="0"/>
              </a:rPr>
              <a:t>EMPLOYEES</a:t>
            </a:r>
            <a:r>
              <a:rPr lang="en-US" altLang="en-US">
                <a:solidFill>
                  <a:schemeClr val="tx1"/>
                </a:solidFill>
              </a:rPr>
              <a:t> table and inserts a new row into the </a:t>
            </a:r>
            <a:r>
              <a:rPr lang="en-US" altLang="en-US">
                <a:solidFill>
                  <a:schemeClr val="tx1"/>
                </a:solidFill>
                <a:latin typeface="Courier New" panose="02070309020205020404" pitchFamily="49" charset="0"/>
              </a:rPr>
              <a:t>DEPARTMENTS </a:t>
            </a:r>
            <a:r>
              <a:rPr lang="en-US" altLang="en-US">
                <a:solidFill>
                  <a:schemeClr val="tx1"/>
                </a:solidFill>
              </a:rPr>
              <a:t>table. It then makes the change permanent by issuing the </a:t>
            </a:r>
            <a:r>
              <a:rPr lang="en-US" altLang="en-US">
                <a:solidFill>
                  <a:schemeClr val="tx1"/>
                </a:solidFill>
                <a:latin typeface="Courier New" panose="02070309020205020404" pitchFamily="49" charset="0"/>
              </a:rPr>
              <a:t>COMMIT</a:t>
            </a:r>
            <a:r>
              <a:rPr lang="en-US" altLang="en-US">
                <a:solidFill>
                  <a:schemeClr val="tx1"/>
                </a:solidFill>
              </a:rPr>
              <a:t> statement.</a:t>
            </a:r>
          </a:p>
          <a:p>
            <a:pPr lvl="1" eaLnBrk="1" hangingPunct="1"/>
            <a:r>
              <a:rPr lang="en-US" altLang="en-US" b="1">
                <a:solidFill>
                  <a:schemeClr val="tx1"/>
                </a:solidFill>
              </a:rPr>
              <a:t>Example</a:t>
            </a:r>
          </a:p>
          <a:p>
            <a:pPr lvl="1" eaLnBrk="1" hangingPunct="1"/>
            <a:r>
              <a:rPr lang="en-US" altLang="en-US">
                <a:solidFill>
                  <a:schemeClr val="tx1"/>
                </a:solidFill>
              </a:rPr>
              <a:t>Remove departments 290 and 300 in the </a:t>
            </a:r>
            <a:r>
              <a:rPr lang="en-US" altLang="en-US">
                <a:solidFill>
                  <a:schemeClr val="tx1"/>
                </a:solidFill>
                <a:latin typeface="Courier New" panose="02070309020205020404" pitchFamily="49" charset="0"/>
              </a:rPr>
              <a:t>DEPARTMENTS</a:t>
            </a:r>
            <a:r>
              <a:rPr lang="en-US" altLang="en-US">
                <a:solidFill>
                  <a:schemeClr val="tx1"/>
                </a:solidFill>
              </a:rPr>
              <a:t> table, and update a row in the </a:t>
            </a:r>
            <a:r>
              <a:rPr lang="en-US" altLang="en-US">
                <a:solidFill>
                  <a:schemeClr val="tx1"/>
                </a:solidFill>
                <a:latin typeface="Courier New" panose="02070309020205020404" pitchFamily="49" charset="0"/>
              </a:rPr>
              <a:t>COPY_EMP</a:t>
            </a:r>
            <a:r>
              <a:rPr lang="en-US" altLang="en-US">
                <a:solidFill>
                  <a:schemeClr val="tx1"/>
                </a:solidFill>
              </a:rPr>
              <a:t> table. Make the data change permanent.</a:t>
            </a:r>
          </a:p>
          <a:p>
            <a:pPr lvl="1" eaLnBrk="1" hangingPunct="1">
              <a:lnSpc>
                <a:spcPct val="80000"/>
              </a:lnSpc>
            </a:pPr>
            <a:endParaRPr lang="en-US" altLang="en-US" sz="500">
              <a:solidFill>
                <a:schemeClr val="tx1"/>
              </a:solidFill>
            </a:endParaRPr>
          </a:p>
          <a:p>
            <a:pPr eaLnBrk="1" hangingPunct="1">
              <a:spcBef>
                <a:spcPct val="0"/>
              </a:spcBef>
            </a:pPr>
            <a:r>
              <a:rPr lang="en-US" altLang="en-US" sz="1100" b="0">
                <a:latin typeface="Courier New" panose="02070309020205020404" pitchFamily="49" charset="0"/>
              </a:rPr>
              <a:t>    DELETE FROM departments</a:t>
            </a:r>
          </a:p>
          <a:p>
            <a:pPr eaLnBrk="1" hangingPunct="1">
              <a:spcBef>
                <a:spcPct val="0"/>
              </a:spcBef>
            </a:pPr>
            <a:r>
              <a:rPr lang="en-US" altLang="en-US" sz="1100" b="0">
                <a:latin typeface="Courier New" panose="02070309020205020404" pitchFamily="49" charset="0"/>
              </a:rPr>
              <a:t>    WHERE  department_id IN (290, 300);</a:t>
            </a:r>
          </a:p>
          <a:p>
            <a:pPr eaLnBrk="1" hangingPunct="1">
              <a:spcBef>
                <a:spcPct val="0"/>
              </a:spcBef>
            </a:pPr>
            <a:r>
              <a:rPr lang="en-US" altLang="en-US" sz="1100" b="0">
                <a:latin typeface="Courier New" panose="02070309020205020404" pitchFamily="49" charset="0"/>
              </a:rPr>
              <a:t>    1 row deleted.</a:t>
            </a:r>
          </a:p>
          <a:p>
            <a:pPr eaLnBrk="1" hangingPunct="1">
              <a:spcBef>
                <a:spcPct val="0"/>
              </a:spcBef>
            </a:pPr>
            <a:endParaRPr lang="en-US" altLang="en-US" sz="1100">
              <a:latin typeface="Courier New" panose="02070309020205020404" pitchFamily="49" charset="0"/>
            </a:endParaRPr>
          </a:p>
          <a:p>
            <a:pPr lvl="1" eaLnBrk="1" hangingPunct="1">
              <a:spcBef>
                <a:spcPct val="0"/>
              </a:spcBef>
            </a:pPr>
            <a:r>
              <a:rPr lang="en-US" altLang="en-US" sz="1100">
                <a:solidFill>
                  <a:schemeClr val="tx1"/>
                </a:solidFill>
                <a:latin typeface="Courier New" panose="02070309020205020404" pitchFamily="49" charset="0"/>
              </a:rPr>
              <a:t>   UPDATE  employees</a:t>
            </a:r>
          </a:p>
          <a:p>
            <a:pPr lvl="1" eaLnBrk="1" hangingPunct="1">
              <a:spcBef>
                <a:spcPct val="0"/>
              </a:spcBef>
            </a:pPr>
            <a:r>
              <a:rPr lang="en-US" altLang="en-US" sz="1100">
                <a:solidFill>
                  <a:schemeClr val="tx1"/>
                </a:solidFill>
                <a:latin typeface="Courier New" panose="02070309020205020404" pitchFamily="49" charset="0"/>
              </a:rPr>
              <a:t>     SET   department_id = 80</a:t>
            </a:r>
          </a:p>
          <a:p>
            <a:pPr lvl="1" eaLnBrk="1" hangingPunct="1">
              <a:spcBef>
                <a:spcPct val="0"/>
              </a:spcBef>
            </a:pPr>
            <a:r>
              <a:rPr lang="en-US" altLang="en-US" sz="1100">
                <a:solidFill>
                  <a:schemeClr val="tx1"/>
                </a:solidFill>
                <a:latin typeface="Courier New" panose="02070309020205020404" pitchFamily="49" charset="0"/>
              </a:rPr>
              <a:t>     WHERE employee_id = 206;</a:t>
            </a:r>
          </a:p>
          <a:p>
            <a:pPr lvl="1" eaLnBrk="1" hangingPunct="1">
              <a:spcBef>
                <a:spcPct val="0"/>
              </a:spcBef>
            </a:pPr>
            <a:r>
              <a:rPr lang="en-US" altLang="en-US" sz="1100">
                <a:solidFill>
                  <a:schemeClr val="tx1"/>
                </a:solidFill>
                <a:latin typeface="Courier New" panose="02070309020205020404" pitchFamily="49" charset="0"/>
              </a:rPr>
              <a:t>   1 row updated.</a:t>
            </a:r>
          </a:p>
          <a:p>
            <a:pPr lvl="1" eaLnBrk="1" hangingPunct="1">
              <a:spcBef>
                <a:spcPct val="0"/>
              </a:spcBef>
            </a:pPr>
            <a:endParaRPr lang="en-US" altLang="en-US" sz="1100">
              <a:solidFill>
                <a:schemeClr val="tx1"/>
              </a:solidFill>
              <a:latin typeface="Courier New" panose="02070309020205020404" pitchFamily="49" charset="0"/>
            </a:endParaRPr>
          </a:p>
          <a:p>
            <a:pPr lvl="1" eaLnBrk="1" hangingPunct="1">
              <a:spcBef>
                <a:spcPct val="0"/>
              </a:spcBef>
            </a:pPr>
            <a:r>
              <a:rPr lang="en-US" altLang="en-US" sz="1100">
                <a:solidFill>
                  <a:schemeClr val="tx1"/>
                </a:solidFill>
                <a:latin typeface="Courier New" panose="02070309020205020404" pitchFamily="49" charset="0"/>
              </a:rPr>
              <a:t>  COMMIT;</a:t>
            </a:r>
          </a:p>
          <a:p>
            <a:pPr lvl="1" eaLnBrk="1" hangingPunct="1">
              <a:spcBef>
                <a:spcPct val="0"/>
              </a:spcBef>
            </a:pPr>
            <a:r>
              <a:rPr lang="en-US" altLang="en-US" sz="1100">
                <a:solidFill>
                  <a:schemeClr val="tx1"/>
                </a:solidFill>
                <a:latin typeface="Courier New" panose="02070309020205020404" pitchFamily="49" charset="0"/>
              </a:rPr>
              <a:t>  Commit Complete.</a:t>
            </a:r>
            <a:endParaRPr lang="en-US" altLang="en-US">
              <a:solidFill>
                <a:schemeClr val="tx1"/>
              </a:solidFill>
            </a:endParaRPr>
          </a:p>
        </p:txBody>
      </p:sp>
      <p:sp>
        <p:nvSpPr>
          <p:cNvPr id="68612" name="Rectangle 4">
            <a:extLst>
              <a:ext uri="{FF2B5EF4-FFF2-40B4-BE49-F238E27FC236}">
                <a16:creationId xmlns:a16="http://schemas.microsoft.com/office/drawing/2014/main" id="{A1643231-142A-E891-E223-6EC08282B520}"/>
              </a:ext>
            </a:extLst>
          </p:cNvPr>
          <p:cNvSpPr>
            <a:spLocks noChangeArrowheads="1"/>
          </p:cNvSpPr>
          <p:nvPr/>
        </p:nvSpPr>
        <p:spPr bwMode="auto">
          <a:xfrm>
            <a:off x="628650" y="6673850"/>
            <a:ext cx="5691188" cy="812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50000"/>
              </a:spcBef>
              <a:buSzPct val="100000"/>
              <a:buFont typeface="Arial" panose="020B0604020202020204" pitchFamily="34" charset="0"/>
              <a:defRPr sz="1200" b="1">
                <a:solidFill>
                  <a:schemeClr val="tx1"/>
                </a:solidFill>
                <a:latin typeface="Arial" panose="020B0604020202020204" pitchFamily="34" charset="0"/>
              </a:defRPr>
            </a:lvl1pPr>
            <a:lvl2pPr marL="742950" indent="-285750">
              <a:spcBef>
                <a:spcPct val="25000"/>
              </a:spcBef>
              <a:buSzPct val="100000"/>
              <a:buFont typeface="Times New Roman" panose="02020603050405020304" pitchFamily="18" charset="0"/>
              <a:defRPr sz="1200">
                <a:solidFill>
                  <a:srgbClr val="000000"/>
                </a:solidFill>
                <a:latin typeface="Times New Roman" panose="02020603050405020304" pitchFamily="18" charset="0"/>
              </a:defRPr>
            </a:lvl2pPr>
            <a:lvl3pPr marL="1143000" indent="-228600">
              <a:buSzPct val="100000"/>
              <a:buChar char="•"/>
              <a:defRPr sz="1200">
                <a:solidFill>
                  <a:srgbClr val="000000"/>
                </a:solidFill>
                <a:latin typeface="Times New Roman" panose="02020603050405020304" pitchFamily="18" charset="0"/>
              </a:defRPr>
            </a:lvl3pPr>
            <a:lvl4pPr marL="1600200" indent="-228600">
              <a:buSzPct val="100000"/>
              <a:buFont typeface="Times New Roman" panose="02020603050405020304" pitchFamily="18" charset="0"/>
              <a:buChar char="-"/>
              <a:defRPr sz="1200">
                <a:solidFill>
                  <a:srgbClr val="000000"/>
                </a:solidFill>
                <a:latin typeface="Times New Roman" panose="02020603050405020304" pitchFamily="18" charset="0"/>
              </a:defRPr>
            </a:lvl4pPr>
            <a:lvl5pPr marL="2057400" indent="-228600">
              <a:buSzPct val="100000"/>
              <a:buFont typeface="Courier New" panose="02070309020205020404" pitchFamily="49" charset="0"/>
              <a:defRPr sz="1100">
                <a:solidFill>
                  <a:srgbClr val="000000"/>
                </a:solidFill>
                <a:latin typeface="Courier New" panose="02070309020205020404" pitchFamily="49" charset="0"/>
              </a:defRPr>
            </a:lvl5pPr>
            <a:lvl6pPr marL="2514600" indent="-228600" eaLnBrk="0" fontAlgn="base" hangingPunct="0">
              <a:spcBef>
                <a:spcPct val="0"/>
              </a:spcBef>
              <a:spcAft>
                <a:spcPct val="0"/>
              </a:spcAft>
              <a:buSzPct val="100000"/>
              <a:buFont typeface="Courier New" panose="02070309020205020404" pitchFamily="49" charset="0"/>
              <a:defRPr sz="1100">
                <a:solidFill>
                  <a:srgbClr val="000000"/>
                </a:solidFill>
                <a:latin typeface="Courier New" panose="02070309020205020404" pitchFamily="49" charset="0"/>
              </a:defRPr>
            </a:lvl6pPr>
            <a:lvl7pPr marL="2971800" indent="-228600" eaLnBrk="0" fontAlgn="base" hangingPunct="0">
              <a:spcBef>
                <a:spcPct val="0"/>
              </a:spcBef>
              <a:spcAft>
                <a:spcPct val="0"/>
              </a:spcAft>
              <a:buSzPct val="100000"/>
              <a:buFont typeface="Courier New" panose="02070309020205020404" pitchFamily="49" charset="0"/>
              <a:defRPr sz="1100">
                <a:solidFill>
                  <a:srgbClr val="000000"/>
                </a:solidFill>
                <a:latin typeface="Courier New" panose="02070309020205020404" pitchFamily="49" charset="0"/>
              </a:defRPr>
            </a:lvl7pPr>
            <a:lvl8pPr marL="3429000" indent="-228600" eaLnBrk="0" fontAlgn="base" hangingPunct="0">
              <a:spcBef>
                <a:spcPct val="0"/>
              </a:spcBef>
              <a:spcAft>
                <a:spcPct val="0"/>
              </a:spcAft>
              <a:buSzPct val="100000"/>
              <a:buFont typeface="Courier New" panose="02070309020205020404" pitchFamily="49" charset="0"/>
              <a:defRPr sz="1100">
                <a:solidFill>
                  <a:srgbClr val="000000"/>
                </a:solidFill>
                <a:latin typeface="Courier New" panose="02070309020205020404" pitchFamily="49" charset="0"/>
              </a:defRPr>
            </a:lvl8pPr>
            <a:lvl9pPr marL="3886200" indent="-228600" eaLnBrk="0" fontAlgn="base" hangingPunct="0">
              <a:spcBef>
                <a:spcPct val="0"/>
              </a:spcBef>
              <a:spcAft>
                <a:spcPct val="0"/>
              </a:spcAft>
              <a:buSzPct val="100000"/>
              <a:buFont typeface="Courier New" panose="02070309020205020404" pitchFamily="49" charset="0"/>
              <a:defRPr sz="1100">
                <a:solidFill>
                  <a:srgbClr val="000000"/>
                </a:solidFill>
                <a:latin typeface="Courier New" panose="02070309020205020404" pitchFamily="49" charset="0"/>
              </a:defRPr>
            </a:lvl9pPr>
          </a:lstStyle>
          <a:p>
            <a:pPr algn="ctr" eaLnBrk="1" hangingPunct="1">
              <a:spcBef>
                <a:spcPct val="20000"/>
              </a:spcBef>
              <a:buClr>
                <a:srgbClr val="FF0000"/>
              </a:buClr>
              <a:buSzTx/>
            </a:pPr>
            <a:endParaRPr lang="en-US" altLang="en-US" sz="1800"/>
          </a:p>
        </p:txBody>
      </p:sp>
      <p:sp>
        <p:nvSpPr>
          <p:cNvPr id="68613" name="Rectangle 5">
            <a:extLst>
              <a:ext uri="{FF2B5EF4-FFF2-40B4-BE49-F238E27FC236}">
                <a16:creationId xmlns:a16="http://schemas.microsoft.com/office/drawing/2014/main" id="{8F706E1D-1CBA-565A-7171-A51DA3A3B3F8}"/>
              </a:ext>
            </a:extLst>
          </p:cNvPr>
          <p:cNvSpPr>
            <a:spLocks noChangeArrowheads="1"/>
          </p:cNvSpPr>
          <p:nvPr/>
        </p:nvSpPr>
        <p:spPr bwMode="auto">
          <a:xfrm>
            <a:off x="628650" y="7559675"/>
            <a:ext cx="5691188" cy="474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50000"/>
              </a:spcBef>
              <a:buSzPct val="100000"/>
              <a:buFont typeface="Arial" panose="020B0604020202020204" pitchFamily="34" charset="0"/>
              <a:defRPr sz="1200" b="1">
                <a:solidFill>
                  <a:schemeClr val="tx1"/>
                </a:solidFill>
                <a:latin typeface="Arial" panose="020B0604020202020204" pitchFamily="34" charset="0"/>
              </a:defRPr>
            </a:lvl1pPr>
            <a:lvl2pPr marL="742950" indent="-285750">
              <a:spcBef>
                <a:spcPct val="25000"/>
              </a:spcBef>
              <a:buSzPct val="100000"/>
              <a:buFont typeface="Times New Roman" panose="02020603050405020304" pitchFamily="18" charset="0"/>
              <a:defRPr sz="1200">
                <a:solidFill>
                  <a:srgbClr val="000000"/>
                </a:solidFill>
                <a:latin typeface="Times New Roman" panose="02020603050405020304" pitchFamily="18" charset="0"/>
              </a:defRPr>
            </a:lvl2pPr>
            <a:lvl3pPr marL="1143000" indent="-228600">
              <a:buSzPct val="100000"/>
              <a:buChar char="•"/>
              <a:defRPr sz="1200">
                <a:solidFill>
                  <a:srgbClr val="000000"/>
                </a:solidFill>
                <a:latin typeface="Times New Roman" panose="02020603050405020304" pitchFamily="18" charset="0"/>
              </a:defRPr>
            </a:lvl3pPr>
            <a:lvl4pPr marL="1600200" indent="-228600">
              <a:buSzPct val="100000"/>
              <a:buFont typeface="Times New Roman" panose="02020603050405020304" pitchFamily="18" charset="0"/>
              <a:buChar char="-"/>
              <a:defRPr sz="1200">
                <a:solidFill>
                  <a:srgbClr val="000000"/>
                </a:solidFill>
                <a:latin typeface="Times New Roman" panose="02020603050405020304" pitchFamily="18" charset="0"/>
              </a:defRPr>
            </a:lvl4pPr>
            <a:lvl5pPr marL="2057400" indent="-228600">
              <a:buSzPct val="100000"/>
              <a:buFont typeface="Courier New" panose="02070309020205020404" pitchFamily="49" charset="0"/>
              <a:defRPr sz="1100">
                <a:solidFill>
                  <a:srgbClr val="000000"/>
                </a:solidFill>
                <a:latin typeface="Courier New" panose="02070309020205020404" pitchFamily="49" charset="0"/>
              </a:defRPr>
            </a:lvl5pPr>
            <a:lvl6pPr marL="2514600" indent="-228600" eaLnBrk="0" fontAlgn="base" hangingPunct="0">
              <a:spcBef>
                <a:spcPct val="0"/>
              </a:spcBef>
              <a:spcAft>
                <a:spcPct val="0"/>
              </a:spcAft>
              <a:buSzPct val="100000"/>
              <a:buFont typeface="Courier New" panose="02070309020205020404" pitchFamily="49" charset="0"/>
              <a:defRPr sz="1100">
                <a:solidFill>
                  <a:srgbClr val="000000"/>
                </a:solidFill>
                <a:latin typeface="Courier New" panose="02070309020205020404" pitchFamily="49" charset="0"/>
              </a:defRPr>
            </a:lvl6pPr>
            <a:lvl7pPr marL="2971800" indent="-228600" eaLnBrk="0" fontAlgn="base" hangingPunct="0">
              <a:spcBef>
                <a:spcPct val="0"/>
              </a:spcBef>
              <a:spcAft>
                <a:spcPct val="0"/>
              </a:spcAft>
              <a:buSzPct val="100000"/>
              <a:buFont typeface="Courier New" panose="02070309020205020404" pitchFamily="49" charset="0"/>
              <a:defRPr sz="1100">
                <a:solidFill>
                  <a:srgbClr val="000000"/>
                </a:solidFill>
                <a:latin typeface="Courier New" panose="02070309020205020404" pitchFamily="49" charset="0"/>
              </a:defRPr>
            </a:lvl7pPr>
            <a:lvl8pPr marL="3429000" indent="-228600" eaLnBrk="0" fontAlgn="base" hangingPunct="0">
              <a:spcBef>
                <a:spcPct val="0"/>
              </a:spcBef>
              <a:spcAft>
                <a:spcPct val="0"/>
              </a:spcAft>
              <a:buSzPct val="100000"/>
              <a:buFont typeface="Courier New" panose="02070309020205020404" pitchFamily="49" charset="0"/>
              <a:defRPr sz="1100">
                <a:solidFill>
                  <a:srgbClr val="000000"/>
                </a:solidFill>
                <a:latin typeface="Courier New" panose="02070309020205020404" pitchFamily="49" charset="0"/>
              </a:defRPr>
            </a:lvl8pPr>
            <a:lvl9pPr marL="3886200" indent="-228600" eaLnBrk="0" fontAlgn="base" hangingPunct="0">
              <a:spcBef>
                <a:spcPct val="0"/>
              </a:spcBef>
              <a:spcAft>
                <a:spcPct val="0"/>
              </a:spcAft>
              <a:buSzPct val="100000"/>
              <a:buFont typeface="Courier New" panose="02070309020205020404" pitchFamily="49" charset="0"/>
              <a:defRPr sz="1100">
                <a:solidFill>
                  <a:srgbClr val="000000"/>
                </a:solidFill>
                <a:latin typeface="Courier New" panose="02070309020205020404" pitchFamily="49" charset="0"/>
              </a:defRPr>
            </a:lvl9pPr>
          </a:lstStyle>
          <a:p>
            <a:pPr algn="ctr" eaLnBrk="1" hangingPunct="1">
              <a:spcBef>
                <a:spcPct val="20000"/>
              </a:spcBef>
              <a:buClr>
                <a:srgbClr val="FF0000"/>
              </a:buClr>
              <a:buSzTx/>
            </a:pPr>
            <a:endParaRPr lang="en-US" altLang="en-US" sz="1800"/>
          </a:p>
        </p:txBody>
      </p:sp>
    </p:spTree>
    <p:extLst>
      <p:ext uri="{BB962C8B-B14F-4D97-AF65-F5344CB8AC3E}">
        <p14:creationId xmlns:p14="http://schemas.microsoft.com/office/powerpoint/2010/main" val="3542169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4">
            <a:extLst>
              <a:ext uri="{FF2B5EF4-FFF2-40B4-BE49-F238E27FC236}">
                <a16:creationId xmlns:a16="http://schemas.microsoft.com/office/drawing/2014/main" id="{135EB0E5-5B2B-1137-7E73-00866C3FF0AD}"/>
              </a:ext>
            </a:extLst>
          </p:cNvPr>
          <p:cNvSpPr>
            <a:spLocks noChangeArrowheads="1" noTextEdit="1"/>
          </p:cNvSpPr>
          <p:nvPr>
            <p:ph type="sldImg"/>
          </p:nvPr>
        </p:nvSpPr>
        <p:spPr>
          <a:ln/>
        </p:spPr>
      </p:sp>
      <p:sp>
        <p:nvSpPr>
          <p:cNvPr id="70659" name="Rectangle 5">
            <a:extLst>
              <a:ext uri="{FF2B5EF4-FFF2-40B4-BE49-F238E27FC236}">
                <a16:creationId xmlns:a16="http://schemas.microsoft.com/office/drawing/2014/main" id="{957DD6EB-D5A2-4052-B165-A524E93A3BF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Arial" panose="020B0604020202020204" pitchFamily="34" charset="0"/>
              </a:rPr>
              <a:t>Rolling Back Changes</a:t>
            </a:r>
          </a:p>
          <a:p>
            <a:pPr lvl="1" eaLnBrk="1" hangingPunct="1"/>
            <a:r>
              <a:rPr lang="en-US" altLang="en-US">
                <a:solidFill>
                  <a:schemeClr val="tx1"/>
                </a:solidFill>
              </a:rPr>
              <a:t>Discard all pending changes by using the </a:t>
            </a:r>
            <a:r>
              <a:rPr lang="en-US" altLang="en-US">
                <a:solidFill>
                  <a:schemeClr val="tx1"/>
                </a:solidFill>
                <a:latin typeface="Courier New" panose="02070309020205020404" pitchFamily="49" charset="0"/>
              </a:rPr>
              <a:t>ROLLBACK</a:t>
            </a:r>
            <a:r>
              <a:rPr lang="en-US" altLang="en-US">
                <a:solidFill>
                  <a:schemeClr val="tx1"/>
                </a:solidFill>
              </a:rPr>
              <a:t> statement, which results in the following:</a:t>
            </a:r>
          </a:p>
          <a:p>
            <a:pPr lvl="2" eaLnBrk="1" hangingPunct="1"/>
            <a:r>
              <a:rPr lang="en-US" altLang="en-US">
                <a:solidFill>
                  <a:schemeClr val="tx1"/>
                </a:solidFill>
              </a:rPr>
              <a:t>Data changes are undone.</a:t>
            </a:r>
          </a:p>
          <a:p>
            <a:pPr lvl="2" eaLnBrk="1" hangingPunct="1"/>
            <a:r>
              <a:rPr lang="en-US" altLang="en-US">
                <a:solidFill>
                  <a:schemeClr val="tx1"/>
                </a:solidFill>
              </a:rPr>
              <a:t>The previous state of the data is restored.</a:t>
            </a:r>
          </a:p>
          <a:p>
            <a:pPr lvl="2" eaLnBrk="1" hangingPunct="1"/>
            <a:r>
              <a:rPr lang="en-US" altLang="en-US">
                <a:solidFill>
                  <a:schemeClr val="tx1"/>
                </a:solidFill>
              </a:rPr>
              <a:t>Locks on the affected rows are released.</a:t>
            </a:r>
          </a:p>
        </p:txBody>
      </p:sp>
    </p:spTree>
    <p:extLst>
      <p:ext uri="{BB962C8B-B14F-4D97-AF65-F5344CB8AC3E}">
        <p14:creationId xmlns:p14="http://schemas.microsoft.com/office/powerpoint/2010/main" val="199789378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a:extLst>
              <a:ext uri="{FF2B5EF4-FFF2-40B4-BE49-F238E27FC236}">
                <a16:creationId xmlns:a16="http://schemas.microsoft.com/office/drawing/2014/main" id="{2611E21A-B533-B265-9AAD-692E8FB79DCF}"/>
              </a:ext>
            </a:extLst>
          </p:cNvPr>
          <p:cNvSpPr>
            <a:spLocks noChangeArrowheads="1" noTextEdit="1"/>
          </p:cNvSpPr>
          <p:nvPr>
            <p:ph type="sldImg"/>
          </p:nvPr>
        </p:nvSpPr>
        <p:spPr>
          <a:ln/>
        </p:spPr>
      </p:sp>
      <p:sp>
        <p:nvSpPr>
          <p:cNvPr id="72707" name="Rectangle 3">
            <a:extLst>
              <a:ext uri="{FF2B5EF4-FFF2-40B4-BE49-F238E27FC236}">
                <a16:creationId xmlns:a16="http://schemas.microsoft.com/office/drawing/2014/main" id="{E48D3B70-07F6-D83C-7946-34F48969DF9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Arial" panose="020B0604020202020204" pitchFamily="34" charset="0"/>
              </a:rPr>
              <a:t>Example</a:t>
            </a:r>
          </a:p>
          <a:p>
            <a:pPr lvl="1" eaLnBrk="1" hangingPunct="1"/>
            <a:r>
              <a:rPr lang="en-US" altLang="en-US"/>
              <a:t>While attempting to remove a record from the </a:t>
            </a:r>
            <a:r>
              <a:rPr lang="en-US" altLang="en-US">
                <a:latin typeface="Courier New" panose="02070309020205020404" pitchFamily="49" charset="0"/>
              </a:rPr>
              <a:t>TEST</a:t>
            </a:r>
            <a:r>
              <a:rPr lang="en-US" altLang="en-US"/>
              <a:t> table, you can accidentally empty the table. You can correct the mistake, reissue the proper statement, and make the data change permanent.</a:t>
            </a:r>
          </a:p>
        </p:txBody>
      </p:sp>
    </p:spTree>
    <p:extLst>
      <p:ext uri="{BB962C8B-B14F-4D97-AF65-F5344CB8AC3E}">
        <p14:creationId xmlns:p14="http://schemas.microsoft.com/office/powerpoint/2010/main" val="279945969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4">
            <a:extLst>
              <a:ext uri="{FF2B5EF4-FFF2-40B4-BE49-F238E27FC236}">
                <a16:creationId xmlns:a16="http://schemas.microsoft.com/office/drawing/2014/main" id="{5483F9DA-FF60-386F-A21A-51DB2686200B}"/>
              </a:ext>
            </a:extLst>
          </p:cNvPr>
          <p:cNvSpPr>
            <a:spLocks noChangeArrowheads="1" noTextEdit="1"/>
          </p:cNvSpPr>
          <p:nvPr>
            <p:ph type="sldImg"/>
          </p:nvPr>
        </p:nvSpPr>
        <p:spPr>
          <a:ln/>
        </p:spPr>
      </p:sp>
      <p:sp>
        <p:nvSpPr>
          <p:cNvPr id="74755" name="Rectangle 5">
            <a:extLst>
              <a:ext uri="{FF2B5EF4-FFF2-40B4-BE49-F238E27FC236}">
                <a16:creationId xmlns:a16="http://schemas.microsoft.com/office/drawing/2014/main" id="{CAC9932E-7AC4-B006-F674-EF542871A70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lnSpc>
                <a:spcPct val="90000"/>
              </a:lnSpc>
            </a:pPr>
            <a:r>
              <a:rPr lang="en-US" altLang="en-US">
                <a:latin typeface="Arial" panose="020B0604020202020204" pitchFamily="34" charset="0"/>
              </a:rPr>
              <a:t>Statement-Level Rollback</a:t>
            </a:r>
          </a:p>
          <a:p>
            <a:pPr lvl="1" eaLnBrk="1" hangingPunct="1">
              <a:lnSpc>
                <a:spcPct val="90000"/>
              </a:lnSpc>
            </a:pPr>
            <a:r>
              <a:rPr lang="en-US" altLang="en-US">
                <a:solidFill>
                  <a:schemeClr val="tx1"/>
                </a:solidFill>
              </a:rPr>
              <a:t>Part of a transaction can be discarded by an implicit rollback if a statement execution error is detected. If a single DML statement fails during execution of a transaction, its effect is undone by a statement-level rollback, but the changes made by the previous DML statements in the transaction are not discarded. They can be committed or rolled back explicitly by the user.</a:t>
            </a:r>
          </a:p>
          <a:p>
            <a:pPr lvl="1" eaLnBrk="1" hangingPunct="1">
              <a:lnSpc>
                <a:spcPct val="90000"/>
              </a:lnSpc>
            </a:pPr>
            <a:r>
              <a:rPr lang="en-US" altLang="en-US">
                <a:solidFill>
                  <a:schemeClr val="tx1"/>
                </a:solidFill>
              </a:rPr>
              <a:t>The Oracle server issues an implicit commit before and after any DDL statement. So, even if your DDL statement does not execute successfully, you cannot roll back the previous statement because the server issued a commit.</a:t>
            </a:r>
          </a:p>
          <a:p>
            <a:pPr lvl="1" eaLnBrk="1" hangingPunct="1">
              <a:lnSpc>
                <a:spcPct val="90000"/>
              </a:lnSpc>
            </a:pPr>
            <a:r>
              <a:rPr lang="en-US" altLang="en-US">
                <a:solidFill>
                  <a:schemeClr val="tx1"/>
                </a:solidFill>
              </a:rPr>
              <a:t>Terminate your transactions explicitly by executing a </a:t>
            </a:r>
            <a:r>
              <a:rPr lang="en-US" altLang="en-US">
                <a:solidFill>
                  <a:schemeClr val="tx1"/>
                </a:solidFill>
                <a:latin typeface="Courier New" panose="02070309020205020404" pitchFamily="49" charset="0"/>
              </a:rPr>
              <a:t>COMMIT</a:t>
            </a:r>
            <a:r>
              <a:rPr lang="en-US" altLang="en-US">
                <a:solidFill>
                  <a:schemeClr val="tx1"/>
                </a:solidFill>
              </a:rPr>
              <a:t> or </a:t>
            </a:r>
            <a:r>
              <a:rPr lang="en-US" altLang="en-US">
                <a:solidFill>
                  <a:schemeClr val="tx1"/>
                </a:solidFill>
                <a:latin typeface="Courier New" panose="02070309020205020404" pitchFamily="49" charset="0"/>
              </a:rPr>
              <a:t>ROLLBACK</a:t>
            </a:r>
            <a:r>
              <a:rPr lang="en-US" altLang="en-US">
                <a:solidFill>
                  <a:schemeClr val="tx1"/>
                </a:solidFill>
              </a:rPr>
              <a:t> statement.</a:t>
            </a:r>
          </a:p>
        </p:txBody>
      </p:sp>
    </p:spTree>
    <p:extLst>
      <p:ext uri="{BB962C8B-B14F-4D97-AF65-F5344CB8AC3E}">
        <p14:creationId xmlns:p14="http://schemas.microsoft.com/office/powerpoint/2010/main" val="249078938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FFC01FDF-0DCD-469C-B92A-D231581327C9}" type="slidenum">
              <a:rPr lang="en-IN" smtClean="0"/>
              <a:t>32</a:t>
            </a:fld>
            <a:endParaRPr lang="en-IN"/>
          </a:p>
        </p:txBody>
      </p:sp>
    </p:spTree>
    <p:extLst>
      <p:ext uri="{BB962C8B-B14F-4D97-AF65-F5344CB8AC3E}">
        <p14:creationId xmlns:p14="http://schemas.microsoft.com/office/powerpoint/2010/main" val="114705670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6/22/2026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6/22/2026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6/22/2026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6/22/2026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6/22/2026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6/22/2026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6/22/2026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5.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t>Oracle Transactions</a:t>
            </a:r>
          </a:p>
        </p:txBody>
      </p:sp>
      <p:sp>
        <p:nvSpPr>
          <p:cNvPr id="5" name="Subtitle 4">
            <a:extLst>
              <a:ext uri="{FF2B5EF4-FFF2-40B4-BE49-F238E27FC236}">
                <a16:creationId xmlns:a16="http://schemas.microsoft.com/office/drawing/2014/main" id="{B3E4F4B6-D799-ABB4-E81E-D2B47A9F99F8}"/>
              </a:ext>
            </a:extLst>
          </p:cNvPr>
          <p:cNvSpPr>
            <a:spLocks noGrp="1"/>
          </p:cNvSpPr>
          <p:nvPr>
            <p:ph type="subTitle" idx="1"/>
          </p:nvPr>
        </p:nvSpPr>
        <p:spPr/>
        <p:txBody>
          <a:bodyPr/>
          <a:lstStyle/>
          <a:p>
            <a:endParaRPr lang="en-IN"/>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What is a Transaction?</a:t>
            </a:r>
          </a:p>
        </p:txBody>
      </p:sp>
      <p:sp>
        <p:nvSpPr>
          <p:cNvPr id="3" name="Content Placeholder 2"/>
          <p:cNvSpPr>
            <a:spLocks noGrp="1"/>
          </p:cNvSpPr>
          <p:nvPr>
            <p:ph idx="1"/>
          </p:nvPr>
        </p:nvSpPr>
        <p:spPr/>
        <p:txBody>
          <a:bodyPr/>
          <a:lstStyle/>
          <a:p>
            <a:pPr>
              <a:defRPr sz="2000"/>
            </a:pPr>
            <a:r>
              <a:t>A transaction is a sequence of one or more SQL statements treated as a single logical unit of work.</a:t>
            </a:r>
          </a:p>
          <a:p>
            <a:pPr>
              <a:defRPr sz="2000"/>
            </a:pPr>
            <a:r>
              <a:t>A transaction starts with the first executable SQL statement and ends with COMMIT or ROLLBACK.</a:t>
            </a:r>
          </a:p>
          <a:p>
            <a:pPr>
              <a:defRPr sz="2000"/>
            </a:pPr>
            <a:r>
              <a:t>Example: Transferring ₹10,000 from Account A to Account B.</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4">
            <a:extLst>
              <a:ext uri="{FF2B5EF4-FFF2-40B4-BE49-F238E27FC236}">
                <a16:creationId xmlns:a16="http://schemas.microsoft.com/office/drawing/2014/main" id="{469D1DE6-0EF6-0E7E-E929-B599EA494B02}"/>
              </a:ext>
            </a:extLst>
          </p:cNvPr>
          <p:cNvSpPr>
            <a:spLocks noGrp="1" noChangeArrowheads="1"/>
          </p:cNvSpPr>
          <p:nvPr>
            <p:ph type="title"/>
          </p:nvPr>
        </p:nvSpPr>
        <p:spPr/>
        <p:txBody>
          <a:bodyPr/>
          <a:lstStyle/>
          <a:p>
            <a:pPr eaLnBrk="1" hangingPunct="1"/>
            <a:r>
              <a:rPr lang="en-US" altLang="en-US"/>
              <a:t>Database Transactions</a:t>
            </a:r>
          </a:p>
        </p:txBody>
      </p:sp>
      <p:sp>
        <p:nvSpPr>
          <p:cNvPr id="50179" name="Rectangle 5">
            <a:extLst>
              <a:ext uri="{FF2B5EF4-FFF2-40B4-BE49-F238E27FC236}">
                <a16:creationId xmlns:a16="http://schemas.microsoft.com/office/drawing/2014/main" id="{01BC4FFE-0E8E-3FDB-D4CD-1555746293DF}"/>
              </a:ext>
            </a:extLst>
          </p:cNvPr>
          <p:cNvSpPr>
            <a:spLocks noGrp="1" noChangeArrowheads="1"/>
          </p:cNvSpPr>
          <p:nvPr>
            <p:ph idx="1"/>
          </p:nvPr>
        </p:nvSpPr>
        <p:spPr>
          <a:xfrm>
            <a:off x="863600" y="1816100"/>
            <a:ext cx="7366000" cy="2235200"/>
          </a:xfrm>
        </p:spPr>
        <p:txBody>
          <a:bodyPr>
            <a:normAutofit fontScale="85000" lnSpcReduction="20000"/>
          </a:bodyPr>
          <a:lstStyle/>
          <a:p>
            <a:pPr marL="0" indent="0" eaLnBrk="1" hangingPunct="1">
              <a:buFont typeface="Arial" panose="020B0604020202020204" pitchFamily="34" charset="0"/>
              <a:buNone/>
            </a:pPr>
            <a:r>
              <a:rPr lang="en-US" altLang="en-US"/>
              <a:t>A database transaction consists of one of the following:</a:t>
            </a:r>
          </a:p>
          <a:p>
            <a:pPr lvl="1" eaLnBrk="1" hangingPunct="1"/>
            <a:r>
              <a:rPr lang="en-US" altLang="en-US"/>
              <a:t>DML statements that constitute one consistent change to the data</a:t>
            </a:r>
          </a:p>
          <a:p>
            <a:pPr lvl="1" eaLnBrk="1" hangingPunct="1"/>
            <a:r>
              <a:rPr lang="en-US" altLang="en-US"/>
              <a:t>One DDL statement</a:t>
            </a:r>
          </a:p>
          <a:p>
            <a:pPr lvl="1" eaLnBrk="1" hangingPunct="1"/>
            <a:r>
              <a:rPr lang="en-US" altLang="en-US"/>
              <a:t>One data control language (DCL) statement</a:t>
            </a:r>
          </a:p>
        </p:txBody>
      </p:sp>
    </p:spTree>
  </p:cSld>
  <p:clrMapOvr>
    <a:masterClrMapping/>
  </p:clrMapOvr>
  <p:transition spd="slow"/>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Transaction Example – Bank Transfer</a:t>
            </a:r>
          </a:p>
        </p:txBody>
      </p:sp>
      <p:sp>
        <p:nvSpPr>
          <p:cNvPr id="3" name="Content Placeholder 2"/>
          <p:cNvSpPr>
            <a:spLocks noGrp="1"/>
          </p:cNvSpPr>
          <p:nvPr>
            <p:ph idx="1"/>
          </p:nvPr>
        </p:nvSpPr>
        <p:spPr/>
        <p:txBody>
          <a:bodyPr/>
          <a:lstStyle/>
          <a:p>
            <a:pPr>
              <a:defRPr sz="2000"/>
            </a:pPr>
            <a:r>
              <a:t>UPDATE accounts SET balance = balance - 10000 WHERE account_no = 101;</a:t>
            </a:r>
          </a:p>
          <a:p>
            <a:pPr>
              <a:defRPr sz="2000"/>
            </a:pPr>
            <a:r>
              <a:t>UPDATE accounts SET balance = balance + 10000 WHERE account_no = 102;</a:t>
            </a:r>
          </a:p>
          <a:p>
            <a:pPr>
              <a:defRPr sz="2000"/>
            </a:pPr>
            <a:r>
              <a:t>COMMIT;</a:t>
            </a:r>
          </a:p>
          <a:p>
            <a:pPr>
              <a:defRPr sz="2000"/>
            </a:pPr>
            <a:r>
              <a:t>If one statement fails, the entire transaction should be rolled back.</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Why Transactions are Important</a:t>
            </a:r>
          </a:p>
        </p:txBody>
      </p:sp>
      <p:sp>
        <p:nvSpPr>
          <p:cNvPr id="3" name="Content Placeholder 2"/>
          <p:cNvSpPr>
            <a:spLocks noGrp="1"/>
          </p:cNvSpPr>
          <p:nvPr>
            <p:ph idx="1"/>
          </p:nvPr>
        </p:nvSpPr>
        <p:spPr/>
        <p:txBody>
          <a:bodyPr/>
          <a:lstStyle/>
          <a:p>
            <a:pPr>
              <a:defRPr sz="2000"/>
            </a:pPr>
            <a:r>
              <a:t>Maintain data consistency and integrity.</a:t>
            </a:r>
          </a:p>
          <a:p>
            <a:pPr>
              <a:defRPr sz="2000"/>
            </a:pPr>
            <a:r>
              <a:t>Prevent partial updates.</a:t>
            </a:r>
          </a:p>
          <a:p>
            <a:pPr>
              <a:defRPr sz="2000"/>
            </a:pPr>
            <a:r>
              <a:t>Support concurrent users.</a:t>
            </a:r>
          </a:p>
          <a:p>
            <a:pPr>
              <a:defRPr sz="2000"/>
            </a:pPr>
            <a:r>
              <a:t>Recover from system failures.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ACID Properties Overview</a:t>
            </a:r>
          </a:p>
        </p:txBody>
      </p:sp>
      <p:sp>
        <p:nvSpPr>
          <p:cNvPr id="3" name="Content Placeholder 2"/>
          <p:cNvSpPr>
            <a:spLocks noGrp="1"/>
          </p:cNvSpPr>
          <p:nvPr>
            <p:ph idx="1"/>
          </p:nvPr>
        </p:nvSpPr>
        <p:spPr/>
        <p:txBody>
          <a:bodyPr/>
          <a:lstStyle/>
          <a:p>
            <a:pPr>
              <a:defRPr sz="2000"/>
            </a:pPr>
            <a:r>
              <a:t>A – Atomicity</a:t>
            </a:r>
          </a:p>
          <a:p>
            <a:pPr>
              <a:defRPr sz="2000"/>
            </a:pPr>
            <a:r>
              <a:t>C – Consistency</a:t>
            </a:r>
          </a:p>
          <a:p>
            <a:pPr>
              <a:defRPr sz="2000"/>
            </a:pPr>
            <a:r>
              <a:t>I – Isolation</a:t>
            </a:r>
          </a:p>
          <a:p>
            <a:pPr>
              <a:defRPr sz="2000"/>
            </a:pPr>
            <a:r>
              <a:t>D – Durability</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Atomicity</a:t>
            </a:r>
          </a:p>
        </p:txBody>
      </p:sp>
      <p:sp>
        <p:nvSpPr>
          <p:cNvPr id="3" name="Content Placeholder 2"/>
          <p:cNvSpPr>
            <a:spLocks noGrp="1"/>
          </p:cNvSpPr>
          <p:nvPr>
            <p:ph idx="1"/>
          </p:nvPr>
        </p:nvSpPr>
        <p:spPr/>
        <p:txBody>
          <a:bodyPr/>
          <a:lstStyle/>
          <a:p>
            <a:pPr>
              <a:defRPr sz="2000"/>
            </a:pPr>
            <a:r>
              <a:rPr lang="en-IN" sz="2000" dirty="0"/>
              <a:t>Atomicity guarantees that a transaction is treated as a single, indivisible unit. </a:t>
            </a:r>
          </a:p>
          <a:p>
            <a:pPr>
              <a:defRPr sz="2000"/>
            </a:pPr>
            <a:r>
              <a:rPr lang="en-IN" sz="2000" b="1" dirty="0"/>
              <a:t>Either all operations within the transaction are executed successfully, or none are applied</a:t>
            </a:r>
            <a:r>
              <a:rPr lang="en-IN" sz="2000" dirty="0"/>
              <a:t>. </a:t>
            </a:r>
          </a:p>
          <a:p>
            <a:pPr>
              <a:defRPr sz="2000"/>
            </a:pPr>
            <a:r>
              <a:rPr lang="en-IN" sz="2000" dirty="0"/>
              <a:t>If any part of the transaction fails, the database rolls back to its previous state, preventing partial updates that could corrupt data. </a:t>
            </a:r>
          </a:p>
          <a:p>
            <a:pPr>
              <a:defRPr sz="2000"/>
            </a:pPr>
            <a:r>
              <a:rPr lang="en-IN" sz="2000" dirty="0"/>
              <a:t>For example, transferring money between two accounts must either debit one account and credit the other completely, or not occur at all to maintain integrity</a:t>
            </a:r>
            <a:endParaRPr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Consistency</a:t>
            </a:r>
          </a:p>
        </p:txBody>
      </p:sp>
      <p:sp>
        <p:nvSpPr>
          <p:cNvPr id="3" name="Content Placeholder 2"/>
          <p:cNvSpPr>
            <a:spLocks noGrp="1"/>
          </p:cNvSpPr>
          <p:nvPr>
            <p:ph idx="1"/>
          </p:nvPr>
        </p:nvSpPr>
        <p:spPr/>
        <p:txBody>
          <a:bodyPr/>
          <a:lstStyle/>
          <a:p>
            <a:pPr>
              <a:defRPr sz="2000"/>
            </a:pPr>
            <a:r>
              <a:rPr lang="en-IN" sz="2000" dirty="0"/>
              <a:t>Consistency ensures that a transaction transforms the database from one valid state to another, adhering to all defined rules, constraints, and relationships. </a:t>
            </a:r>
          </a:p>
          <a:p>
            <a:pPr>
              <a:defRPr sz="2000"/>
            </a:pPr>
            <a:r>
              <a:rPr lang="en-IN" sz="2000" dirty="0"/>
              <a:t>If a transaction violates these rules, it is rolled back. </a:t>
            </a:r>
          </a:p>
          <a:p>
            <a:pPr>
              <a:defRPr sz="2000"/>
            </a:pPr>
            <a:r>
              <a:rPr lang="en-IN" sz="2000" dirty="0"/>
              <a:t>For instance, in a banking system, the total sum of all account balances must remain constant before and after a transfer</a:t>
            </a:r>
            <a:endParaRPr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Isolation</a:t>
            </a:r>
          </a:p>
        </p:txBody>
      </p:sp>
      <p:sp>
        <p:nvSpPr>
          <p:cNvPr id="3" name="Content Placeholder 2"/>
          <p:cNvSpPr>
            <a:spLocks noGrp="1"/>
          </p:cNvSpPr>
          <p:nvPr>
            <p:ph idx="1"/>
          </p:nvPr>
        </p:nvSpPr>
        <p:spPr/>
        <p:txBody>
          <a:bodyPr/>
          <a:lstStyle/>
          <a:p>
            <a:pPr>
              <a:defRPr sz="2000"/>
            </a:pPr>
            <a:r>
              <a:rPr lang="en-IN" sz="2000" dirty="0"/>
              <a:t>Isolation ensures that </a:t>
            </a:r>
            <a:r>
              <a:rPr lang="en-IN" sz="2000" b="1" dirty="0"/>
              <a:t>concurrent transactions do not interfere with each other</a:t>
            </a:r>
            <a:r>
              <a:rPr lang="en-IN" sz="2000" dirty="0"/>
              <a:t>. </a:t>
            </a:r>
          </a:p>
          <a:p>
            <a:pPr>
              <a:defRPr sz="2000"/>
            </a:pPr>
            <a:r>
              <a:rPr lang="en-IN" sz="2000" dirty="0"/>
              <a:t>Each transaction executes as if it were the only one in the system, preventing anomalies such as lost updates or temporary inconsistencies. </a:t>
            </a:r>
          </a:p>
          <a:p>
            <a:pPr>
              <a:defRPr sz="2000"/>
            </a:pPr>
            <a:r>
              <a:rPr lang="en-IN" sz="2000" dirty="0"/>
              <a:t>This is crucial in multi-user environments where multiple operations occur simultaneously </a:t>
            </a:r>
            <a:endParaRPr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Durability</a:t>
            </a:r>
          </a:p>
        </p:txBody>
      </p:sp>
      <p:sp>
        <p:nvSpPr>
          <p:cNvPr id="3" name="Content Placeholder 2"/>
          <p:cNvSpPr>
            <a:spLocks noGrp="1"/>
          </p:cNvSpPr>
          <p:nvPr>
            <p:ph idx="1"/>
          </p:nvPr>
        </p:nvSpPr>
        <p:spPr/>
        <p:txBody>
          <a:bodyPr/>
          <a:lstStyle/>
          <a:p>
            <a:pPr>
              <a:defRPr sz="2000"/>
            </a:pPr>
            <a:r>
              <a:t>Once COMMIT is executed, changes are permanently stored.</a:t>
            </a:r>
          </a:p>
          <a:p>
            <a:pPr>
              <a:defRPr sz="2000"/>
            </a:pPr>
            <a:r>
              <a:t>Oracle uses Redo Logs and Recovery Mechanisms.</a:t>
            </a:r>
          </a:p>
          <a:p>
            <a:pPr>
              <a:defRPr sz="2000"/>
            </a:pPr>
            <a:r>
              <a:t>Committed data survives power failures and system crashes.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Oracle Transaction Control Statements (TCL)</a:t>
            </a:r>
          </a:p>
        </p:txBody>
      </p:sp>
      <p:sp>
        <p:nvSpPr>
          <p:cNvPr id="3" name="Content Placeholder 2"/>
          <p:cNvSpPr>
            <a:spLocks noGrp="1"/>
          </p:cNvSpPr>
          <p:nvPr>
            <p:ph idx="1"/>
          </p:nvPr>
        </p:nvSpPr>
        <p:spPr/>
        <p:txBody>
          <a:bodyPr/>
          <a:lstStyle/>
          <a:p>
            <a:pPr>
              <a:defRPr sz="2000"/>
            </a:pPr>
            <a:r>
              <a:t>COMMIT</a:t>
            </a:r>
          </a:p>
          <a:p>
            <a:pPr>
              <a:defRPr sz="2000"/>
            </a:pPr>
            <a:r>
              <a:t>ROLLBACK</a:t>
            </a:r>
          </a:p>
          <a:p>
            <a:pPr>
              <a:defRPr sz="2000"/>
            </a:pPr>
            <a:r>
              <a:t>SAVEPOINT</a:t>
            </a:r>
          </a:p>
          <a:p>
            <a:pPr>
              <a:defRPr sz="2000"/>
            </a:pPr>
            <a:r>
              <a:t>SET TRANSACTION</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4">
            <a:extLst>
              <a:ext uri="{FF2B5EF4-FFF2-40B4-BE49-F238E27FC236}">
                <a16:creationId xmlns:a16="http://schemas.microsoft.com/office/drawing/2014/main" id="{D9ED852C-544F-1843-DCD5-0275B53DCA9E}"/>
              </a:ext>
            </a:extLst>
          </p:cNvPr>
          <p:cNvSpPr>
            <a:spLocks noGrp="1" noChangeArrowheads="1"/>
          </p:cNvSpPr>
          <p:nvPr>
            <p:ph type="title"/>
          </p:nvPr>
        </p:nvSpPr>
        <p:spPr/>
        <p:txBody>
          <a:bodyPr/>
          <a:lstStyle/>
          <a:p>
            <a:pPr eaLnBrk="1" hangingPunct="1"/>
            <a:r>
              <a:rPr lang="en-US" altLang="en-US"/>
              <a:t>Database Transactions</a:t>
            </a:r>
          </a:p>
        </p:txBody>
      </p:sp>
      <p:sp>
        <p:nvSpPr>
          <p:cNvPr id="52227" name="Rectangle 5">
            <a:extLst>
              <a:ext uri="{FF2B5EF4-FFF2-40B4-BE49-F238E27FC236}">
                <a16:creationId xmlns:a16="http://schemas.microsoft.com/office/drawing/2014/main" id="{3617343B-DA74-17DA-99E5-0E5099E5E085}"/>
              </a:ext>
            </a:extLst>
          </p:cNvPr>
          <p:cNvSpPr>
            <a:spLocks noGrp="1" noChangeArrowheads="1"/>
          </p:cNvSpPr>
          <p:nvPr>
            <p:ph idx="1"/>
          </p:nvPr>
        </p:nvSpPr>
        <p:spPr>
          <a:xfrm>
            <a:off x="863600" y="1816100"/>
            <a:ext cx="7366000" cy="2862263"/>
          </a:xfrm>
        </p:spPr>
        <p:txBody>
          <a:bodyPr>
            <a:normAutofit fontScale="92500" lnSpcReduction="20000"/>
          </a:bodyPr>
          <a:lstStyle/>
          <a:p>
            <a:pPr lvl="1" eaLnBrk="1" hangingPunct="1"/>
            <a:r>
              <a:rPr lang="en-US" altLang="en-US"/>
              <a:t>Begin when the first DML SQL statement is executed.</a:t>
            </a:r>
          </a:p>
          <a:p>
            <a:pPr lvl="1" eaLnBrk="1" hangingPunct="1"/>
            <a:r>
              <a:rPr lang="en-US" altLang="en-US"/>
              <a:t>End with one of the following events:</a:t>
            </a:r>
          </a:p>
          <a:p>
            <a:pPr lvl="2" eaLnBrk="1" hangingPunct="1"/>
            <a:r>
              <a:rPr lang="en-US" altLang="en-US"/>
              <a:t>A </a:t>
            </a:r>
            <a:r>
              <a:rPr lang="en-US" altLang="en-US">
                <a:latin typeface="Courier New" panose="02070309020205020404" pitchFamily="49" charset="0"/>
              </a:rPr>
              <a:t>COMMIT</a:t>
            </a:r>
            <a:r>
              <a:rPr lang="en-US" altLang="en-US"/>
              <a:t> or </a:t>
            </a:r>
            <a:r>
              <a:rPr lang="en-US" altLang="en-US">
                <a:latin typeface="Courier New" panose="02070309020205020404" pitchFamily="49" charset="0"/>
              </a:rPr>
              <a:t>ROLLBACK</a:t>
            </a:r>
            <a:r>
              <a:rPr lang="en-US" altLang="en-US"/>
              <a:t> statement is issued.</a:t>
            </a:r>
          </a:p>
          <a:p>
            <a:pPr lvl="2" eaLnBrk="1" hangingPunct="1"/>
            <a:r>
              <a:rPr lang="en-US" altLang="en-US"/>
              <a:t>A DDL or DCL statement executes (automatic commit).</a:t>
            </a:r>
          </a:p>
          <a:p>
            <a:pPr lvl="2" eaLnBrk="1" hangingPunct="1"/>
            <a:r>
              <a:rPr lang="en-US" altLang="en-US"/>
              <a:t>The user exits </a:t>
            </a:r>
            <a:r>
              <a:rPr lang="en-US" altLang="en-US" i="1">
                <a:latin typeface="Times New Roman" panose="02020603050405020304" pitchFamily="18" charset="0"/>
              </a:rPr>
              <a:t>i</a:t>
            </a:r>
            <a:r>
              <a:rPr lang="en-US" altLang="en-US"/>
              <a:t>SQL*Plus.</a:t>
            </a:r>
          </a:p>
          <a:p>
            <a:pPr lvl="2" eaLnBrk="1" hangingPunct="1"/>
            <a:r>
              <a:rPr lang="en-US" altLang="en-US"/>
              <a:t>The system crashes.</a:t>
            </a:r>
          </a:p>
        </p:txBody>
      </p:sp>
    </p:spTree>
    <p:extLst>
      <p:ext uri="{BB962C8B-B14F-4D97-AF65-F5344CB8AC3E}">
        <p14:creationId xmlns:p14="http://schemas.microsoft.com/office/powerpoint/2010/main" val="971344381"/>
      </p:ext>
    </p:extLst>
  </p:cSld>
  <p:clrMapOvr>
    <a:masterClrMapping/>
  </p:clrMapOvr>
  <p:transition spd="slow"/>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4">
            <a:extLst>
              <a:ext uri="{FF2B5EF4-FFF2-40B4-BE49-F238E27FC236}">
                <a16:creationId xmlns:a16="http://schemas.microsoft.com/office/drawing/2014/main" id="{993B5A33-F8BA-27B0-F88E-7CA38C629AC6}"/>
              </a:ext>
            </a:extLst>
          </p:cNvPr>
          <p:cNvSpPr>
            <a:spLocks noGrp="1" noChangeArrowheads="1"/>
          </p:cNvSpPr>
          <p:nvPr>
            <p:ph type="title"/>
          </p:nvPr>
        </p:nvSpPr>
        <p:spPr>
          <a:xfrm>
            <a:off x="889000" y="552450"/>
            <a:ext cx="7315200" cy="876300"/>
          </a:xfrm>
        </p:spPr>
        <p:txBody>
          <a:bodyPr>
            <a:normAutofit fontScale="90000"/>
          </a:bodyPr>
          <a:lstStyle/>
          <a:p>
            <a:pPr eaLnBrk="1" hangingPunct="1"/>
            <a:r>
              <a:rPr lang="en-US" altLang="en-US"/>
              <a:t>Advantages of </a:t>
            </a:r>
            <a:r>
              <a:rPr lang="en-US" altLang="en-US">
                <a:latin typeface="Courier New" panose="02070309020205020404" pitchFamily="49" charset="0"/>
              </a:rPr>
              <a:t>COMMIT</a:t>
            </a:r>
            <a:r>
              <a:rPr lang="en-US" altLang="en-US"/>
              <a:t> </a:t>
            </a:r>
            <a:br>
              <a:rPr lang="en-US" altLang="en-US"/>
            </a:br>
            <a:r>
              <a:rPr lang="en-US" altLang="en-US"/>
              <a:t>and </a:t>
            </a:r>
            <a:r>
              <a:rPr lang="en-US" altLang="en-US">
                <a:latin typeface="Courier New" panose="02070309020205020404" pitchFamily="49" charset="0"/>
              </a:rPr>
              <a:t>ROLLBACK</a:t>
            </a:r>
            <a:r>
              <a:rPr lang="en-US" altLang="en-US"/>
              <a:t> Statements</a:t>
            </a:r>
          </a:p>
        </p:txBody>
      </p:sp>
      <p:sp>
        <p:nvSpPr>
          <p:cNvPr id="54275" name="Rectangle 5">
            <a:extLst>
              <a:ext uri="{FF2B5EF4-FFF2-40B4-BE49-F238E27FC236}">
                <a16:creationId xmlns:a16="http://schemas.microsoft.com/office/drawing/2014/main" id="{89F20329-A496-EE19-40EA-EBF431DC3768}"/>
              </a:ext>
            </a:extLst>
          </p:cNvPr>
          <p:cNvSpPr>
            <a:spLocks noGrp="1" noChangeArrowheads="1"/>
          </p:cNvSpPr>
          <p:nvPr>
            <p:ph idx="1"/>
          </p:nvPr>
        </p:nvSpPr>
        <p:spPr>
          <a:xfrm>
            <a:off x="835025" y="1835150"/>
            <a:ext cx="7366000" cy="1900238"/>
          </a:xfrm>
        </p:spPr>
        <p:txBody>
          <a:bodyPr>
            <a:normAutofit fontScale="77500" lnSpcReduction="20000"/>
          </a:bodyPr>
          <a:lstStyle/>
          <a:p>
            <a:pPr marL="0" indent="0" eaLnBrk="1" hangingPunct="1">
              <a:buFont typeface="Arial" panose="020B0604020202020204" pitchFamily="34" charset="0"/>
              <a:buNone/>
            </a:pPr>
            <a:r>
              <a:rPr lang="en-US" altLang="en-US"/>
              <a:t>With </a:t>
            </a:r>
            <a:r>
              <a:rPr lang="en-US" altLang="en-US">
                <a:latin typeface="Courier New" panose="02070309020205020404" pitchFamily="49" charset="0"/>
              </a:rPr>
              <a:t>COMMIT</a:t>
            </a:r>
            <a:r>
              <a:rPr lang="en-US" altLang="en-US"/>
              <a:t> and </a:t>
            </a:r>
            <a:r>
              <a:rPr lang="en-US" altLang="en-US">
                <a:latin typeface="Courier New" panose="02070309020205020404" pitchFamily="49" charset="0"/>
              </a:rPr>
              <a:t>ROLLBACK</a:t>
            </a:r>
            <a:r>
              <a:rPr lang="en-US" altLang="en-US"/>
              <a:t> statements, you can: </a:t>
            </a:r>
          </a:p>
          <a:p>
            <a:pPr lvl="1" eaLnBrk="1" hangingPunct="1"/>
            <a:r>
              <a:rPr lang="en-US" altLang="en-US"/>
              <a:t>Ensure data consistency</a:t>
            </a:r>
          </a:p>
          <a:p>
            <a:pPr lvl="1" eaLnBrk="1" hangingPunct="1"/>
            <a:r>
              <a:rPr lang="en-US" altLang="en-US"/>
              <a:t>Preview data changes before making changes permanent</a:t>
            </a:r>
          </a:p>
          <a:p>
            <a:pPr lvl="1" eaLnBrk="1" hangingPunct="1"/>
            <a:r>
              <a:rPr lang="en-US" altLang="en-US"/>
              <a:t>Group logically related operations</a:t>
            </a:r>
          </a:p>
        </p:txBody>
      </p:sp>
    </p:spTree>
    <p:extLst>
      <p:ext uri="{BB962C8B-B14F-4D97-AF65-F5344CB8AC3E}">
        <p14:creationId xmlns:p14="http://schemas.microsoft.com/office/powerpoint/2010/main" val="2538862440"/>
      </p:ext>
    </p:extLst>
  </p:cSld>
  <p:clrMapOvr>
    <a:masterClrMapping/>
  </p:clrMapOvr>
  <p:transition spd="slow"/>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9">
            <a:extLst>
              <a:ext uri="{FF2B5EF4-FFF2-40B4-BE49-F238E27FC236}">
                <a16:creationId xmlns:a16="http://schemas.microsoft.com/office/drawing/2014/main" id="{239E2F9F-545B-AA91-64E6-5D476BA9BC62}"/>
              </a:ext>
            </a:extLst>
          </p:cNvPr>
          <p:cNvSpPr>
            <a:spLocks noGrp="1" noChangeArrowheads="1"/>
          </p:cNvSpPr>
          <p:nvPr>
            <p:ph type="title"/>
          </p:nvPr>
        </p:nvSpPr>
        <p:spPr/>
        <p:txBody>
          <a:bodyPr/>
          <a:lstStyle/>
          <a:p>
            <a:pPr eaLnBrk="1" hangingPunct="1"/>
            <a:r>
              <a:rPr lang="en-US" altLang="en-US"/>
              <a:t>Controlling Transactions</a:t>
            </a:r>
          </a:p>
        </p:txBody>
      </p:sp>
      <p:sp>
        <p:nvSpPr>
          <p:cNvPr id="56323" name="Rectangle 5">
            <a:extLst>
              <a:ext uri="{FF2B5EF4-FFF2-40B4-BE49-F238E27FC236}">
                <a16:creationId xmlns:a16="http://schemas.microsoft.com/office/drawing/2014/main" id="{03E5315E-DDCB-9C66-B36E-01AC8E8F8F96}"/>
              </a:ext>
            </a:extLst>
          </p:cNvPr>
          <p:cNvSpPr>
            <a:spLocks noChangeArrowheads="1"/>
          </p:cNvSpPr>
          <p:nvPr/>
        </p:nvSpPr>
        <p:spPr bwMode="auto">
          <a:xfrm>
            <a:off x="1360488" y="5054600"/>
            <a:ext cx="2046287"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Bef>
                <a:spcPct val="20000"/>
              </a:spcBef>
              <a:buClr>
                <a:srgbClr val="000000"/>
              </a:buClr>
              <a:buFont typeface="Arial" panose="020B0604020202020204" pitchFamily="34" charset="0"/>
              <a:buChar char="•"/>
              <a:defRPr sz="2200" b="1">
                <a:solidFill>
                  <a:schemeClr val="tx1"/>
                </a:solidFill>
                <a:latin typeface="Arial" panose="020B0604020202020204" pitchFamily="34" charset="0"/>
              </a:defRPr>
            </a:lvl1pPr>
            <a:lvl2pPr marL="742950" indent="-285750">
              <a:spcBef>
                <a:spcPct val="20000"/>
              </a:spcBef>
              <a:buClr>
                <a:srgbClr val="FF0000"/>
              </a:buClr>
              <a:buFont typeface="Arial" panose="020B0604020202020204" pitchFamily="34" charset="0"/>
              <a:buChar char="•"/>
              <a:defRPr sz="2200" b="1">
                <a:solidFill>
                  <a:schemeClr val="tx1"/>
                </a:solidFill>
                <a:latin typeface="Arial" panose="020B0604020202020204" pitchFamily="34" charset="0"/>
              </a:defRPr>
            </a:lvl2pPr>
            <a:lvl3pPr marL="1143000" indent="-228600">
              <a:spcBef>
                <a:spcPct val="20000"/>
              </a:spcBef>
              <a:buClr>
                <a:srgbClr val="FF0000"/>
              </a:buClr>
              <a:buFont typeface="Arial" panose="020B0604020202020204" pitchFamily="34" charset="0"/>
              <a:buChar char="–"/>
              <a:defRPr sz="2000" b="1">
                <a:solidFill>
                  <a:schemeClr val="tx1"/>
                </a:solidFill>
                <a:latin typeface="Arial" panose="020B0604020202020204" pitchFamily="34" charset="0"/>
              </a:defRPr>
            </a:lvl3pPr>
            <a:lvl4pPr marL="1600200" indent="-228600">
              <a:spcBef>
                <a:spcPct val="20000"/>
              </a:spcBef>
              <a:buClr>
                <a:srgbClr val="000000"/>
              </a:buClr>
              <a:buFont typeface="Arial" panose="020B0604020202020204" pitchFamily="34" charset="0"/>
              <a:buChar char="–"/>
              <a:defRPr sz="2000" b="1">
                <a:solidFill>
                  <a:srgbClr val="FF0000"/>
                </a:solidFill>
                <a:latin typeface="Arial" panose="020B0604020202020204" pitchFamily="34" charset="0"/>
              </a:defRPr>
            </a:lvl4pPr>
            <a:lvl5pPr marL="2057400" indent="-228600">
              <a:spcBef>
                <a:spcPct val="20000"/>
              </a:spcBef>
              <a:buClr>
                <a:srgbClr val="000000"/>
              </a:buClr>
              <a:buFont typeface="Arial" panose="020B0604020202020204" pitchFamily="34" charset="0"/>
              <a:buChar char="»"/>
              <a:defRPr sz="20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0000"/>
              </a:buClr>
              <a:buFont typeface="Arial" panose="020B0604020202020204" pitchFamily="34" charset="0"/>
              <a:buChar char="»"/>
              <a:defRPr sz="20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0000"/>
              </a:buClr>
              <a:buFont typeface="Arial" panose="020B0604020202020204" pitchFamily="34" charset="0"/>
              <a:buChar char="»"/>
              <a:defRPr sz="20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0000"/>
              </a:buClr>
              <a:buFont typeface="Arial" panose="020B0604020202020204" pitchFamily="34" charset="0"/>
              <a:buChar char="»"/>
              <a:defRPr sz="20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0000"/>
              </a:buClr>
              <a:buFont typeface="Arial" panose="020B0604020202020204" pitchFamily="34" charset="0"/>
              <a:buChar char="»"/>
              <a:defRPr sz="2000" b="1">
                <a:solidFill>
                  <a:schemeClr val="tx1"/>
                </a:solidFill>
                <a:latin typeface="Arial" panose="020B0604020202020204" pitchFamily="34" charset="0"/>
              </a:defRPr>
            </a:lvl9pPr>
          </a:lstStyle>
          <a:p>
            <a:pPr>
              <a:spcBef>
                <a:spcPct val="0"/>
              </a:spcBef>
              <a:buClrTx/>
              <a:buFontTx/>
              <a:buNone/>
            </a:pPr>
            <a:r>
              <a:rPr lang="en-US" altLang="en-US" sz="1800">
                <a:latin typeface="Courier New" panose="02070309020205020404" pitchFamily="49" charset="0"/>
              </a:rPr>
              <a:t>SAVEPOINT</a:t>
            </a:r>
            <a:r>
              <a:rPr lang="en-US" altLang="en-US" sz="1800"/>
              <a:t> </a:t>
            </a:r>
            <a:r>
              <a:rPr lang="en-US" altLang="en-US" sz="1800">
                <a:latin typeface="Courier New" panose="02070309020205020404" pitchFamily="49" charset="0"/>
              </a:rPr>
              <a:t>B</a:t>
            </a:r>
          </a:p>
        </p:txBody>
      </p:sp>
      <p:sp>
        <p:nvSpPr>
          <p:cNvPr id="56324" name="Rectangle 8">
            <a:extLst>
              <a:ext uri="{FF2B5EF4-FFF2-40B4-BE49-F238E27FC236}">
                <a16:creationId xmlns:a16="http://schemas.microsoft.com/office/drawing/2014/main" id="{2A50F2F2-BCD9-23A3-61DF-EB82C447FB6E}"/>
              </a:ext>
            </a:extLst>
          </p:cNvPr>
          <p:cNvSpPr>
            <a:spLocks noChangeArrowheads="1"/>
          </p:cNvSpPr>
          <p:nvPr/>
        </p:nvSpPr>
        <p:spPr bwMode="auto">
          <a:xfrm>
            <a:off x="1360488" y="3001963"/>
            <a:ext cx="2046287"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Bef>
                <a:spcPct val="20000"/>
              </a:spcBef>
              <a:buClr>
                <a:srgbClr val="000000"/>
              </a:buClr>
              <a:buFont typeface="Arial" panose="020B0604020202020204" pitchFamily="34" charset="0"/>
              <a:buChar char="•"/>
              <a:defRPr sz="2200" b="1">
                <a:solidFill>
                  <a:schemeClr val="tx1"/>
                </a:solidFill>
                <a:latin typeface="Arial" panose="020B0604020202020204" pitchFamily="34" charset="0"/>
              </a:defRPr>
            </a:lvl1pPr>
            <a:lvl2pPr marL="742950" indent="-285750">
              <a:spcBef>
                <a:spcPct val="20000"/>
              </a:spcBef>
              <a:buClr>
                <a:srgbClr val="FF0000"/>
              </a:buClr>
              <a:buFont typeface="Arial" panose="020B0604020202020204" pitchFamily="34" charset="0"/>
              <a:buChar char="•"/>
              <a:defRPr sz="2200" b="1">
                <a:solidFill>
                  <a:schemeClr val="tx1"/>
                </a:solidFill>
                <a:latin typeface="Arial" panose="020B0604020202020204" pitchFamily="34" charset="0"/>
              </a:defRPr>
            </a:lvl2pPr>
            <a:lvl3pPr marL="1143000" indent="-228600">
              <a:spcBef>
                <a:spcPct val="20000"/>
              </a:spcBef>
              <a:buClr>
                <a:srgbClr val="FF0000"/>
              </a:buClr>
              <a:buFont typeface="Arial" panose="020B0604020202020204" pitchFamily="34" charset="0"/>
              <a:buChar char="–"/>
              <a:defRPr sz="2000" b="1">
                <a:solidFill>
                  <a:schemeClr val="tx1"/>
                </a:solidFill>
                <a:latin typeface="Arial" panose="020B0604020202020204" pitchFamily="34" charset="0"/>
              </a:defRPr>
            </a:lvl3pPr>
            <a:lvl4pPr marL="1600200" indent="-228600">
              <a:spcBef>
                <a:spcPct val="20000"/>
              </a:spcBef>
              <a:buClr>
                <a:srgbClr val="000000"/>
              </a:buClr>
              <a:buFont typeface="Arial" panose="020B0604020202020204" pitchFamily="34" charset="0"/>
              <a:buChar char="–"/>
              <a:defRPr sz="2000" b="1">
                <a:solidFill>
                  <a:srgbClr val="FF0000"/>
                </a:solidFill>
                <a:latin typeface="Arial" panose="020B0604020202020204" pitchFamily="34" charset="0"/>
              </a:defRPr>
            </a:lvl4pPr>
            <a:lvl5pPr marL="2057400" indent="-228600">
              <a:spcBef>
                <a:spcPct val="20000"/>
              </a:spcBef>
              <a:buClr>
                <a:srgbClr val="000000"/>
              </a:buClr>
              <a:buFont typeface="Arial" panose="020B0604020202020204" pitchFamily="34" charset="0"/>
              <a:buChar char="»"/>
              <a:defRPr sz="20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0000"/>
              </a:buClr>
              <a:buFont typeface="Arial" panose="020B0604020202020204" pitchFamily="34" charset="0"/>
              <a:buChar char="»"/>
              <a:defRPr sz="20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0000"/>
              </a:buClr>
              <a:buFont typeface="Arial" panose="020B0604020202020204" pitchFamily="34" charset="0"/>
              <a:buChar char="»"/>
              <a:defRPr sz="20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0000"/>
              </a:buClr>
              <a:buFont typeface="Arial" panose="020B0604020202020204" pitchFamily="34" charset="0"/>
              <a:buChar char="»"/>
              <a:defRPr sz="20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0000"/>
              </a:buClr>
              <a:buFont typeface="Arial" panose="020B0604020202020204" pitchFamily="34" charset="0"/>
              <a:buChar char="»"/>
              <a:defRPr sz="2000" b="1">
                <a:solidFill>
                  <a:schemeClr val="tx1"/>
                </a:solidFill>
                <a:latin typeface="Arial" panose="020B0604020202020204" pitchFamily="34" charset="0"/>
              </a:defRPr>
            </a:lvl9pPr>
          </a:lstStyle>
          <a:p>
            <a:pPr>
              <a:spcBef>
                <a:spcPct val="0"/>
              </a:spcBef>
              <a:buClrTx/>
              <a:buFontTx/>
              <a:buNone/>
            </a:pPr>
            <a:r>
              <a:rPr lang="en-US" altLang="en-US" sz="1800">
                <a:latin typeface="Courier New" panose="02070309020205020404" pitchFamily="49" charset="0"/>
              </a:rPr>
              <a:t>SAVEPOINT</a:t>
            </a:r>
            <a:r>
              <a:rPr lang="en-US" altLang="en-US" sz="1800"/>
              <a:t> </a:t>
            </a:r>
            <a:r>
              <a:rPr lang="en-US" altLang="en-US" sz="1800">
                <a:latin typeface="Courier New" panose="02070309020205020404" pitchFamily="49" charset="0"/>
              </a:rPr>
              <a:t>A</a:t>
            </a:r>
          </a:p>
        </p:txBody>
      </p:sp>
      <p:sp>
        <p:nvSpPr>
          <p:cNvPr id="56325" name="Rectangle 12">
            <a:extLst>
              <a:ext uri="{FF2B5EF4-FFF2-40B4-BE49-F238E27FC236}">
                <a16:creationId xmlns:a16="http://schemas.microsoft.com/office/drawing/2014/main" id="{49D5BEE0-22C8-FD82-FEA9-0820BBA1B87E}"/>
              </a:ext>
            </a:extLst>
          </p:cNvPr>
          <p:cNvSpPr>
            <a:spLocks noChangeArrowheads="1"/>
          </p:cNvSpPr>
          <p:nvPr/>
        </p:nvSpPr>
        <p:spPr bwMode="auto">
          <a:xfrm>
            <a:off x="1493838" y="2443163"/>
            <a:ext cx="1031875" cy="395287"/>
          </a:xfrm>
          <a:prstGeom prst="rect">
            <a:avLst/>
          </a:prstGeom>
          <a:solidFill>
            <a:srgbClr val="99CCCC"/>
          </a:solidFill>
          <a:ln w="28575">
            <a:solidFill>
              <a:schemeClr val="tx1"/>
            </a:solidFill>
            <a:miter lim="800000"/>
            <a:headEnd/>
            <a:tailEnd/>
          </a:ln>
        </p:spPr>
        <p:txBody>
          <a:bodyPr wrap="none" lIns="92075" tIns="46038" rIns="92075" bIns="46038">
            <a:spAutoFit/>
          </a:bodyPr>
          <a:lstStyle>
            <a:lvl1pPr>
              <a:spcBef>
                <a:spcPct val="20000"/>
              </a:spcBef>
              <a:buClr>
                <a:srgbClr val="000000"/>
              </a:buClr>
              <a:buFont typeface="Arial" panose="020B0604020202020204" pitchFamily="34" charset="0"/>
              <a:buChar char="•"/>
              <a:defRPr sz="2200" b="1">
                <a:solidFill>
                  <a:schemeClr val="tx1"/>
                </a:solidFill>
                <a:latin typeface="Arial" panose="020B0604020202020204" pitchFamily="34" charset="0"/>
              </a:defRPr>
            </a:lvl1pPr>
            <a:lvl2pPr marL="742950" indent="-285750">
              <a:spcBef>
                <a:spcPct val="20000"/>
              </a:spcBef>
              <a:buClr>
                <a:srgbClr val="FF0000"/>
              </a:buClr>
              <a:buFont typeface="Arial" panose="020B0604020202020204" pitchFamily="34" charset="0"/>
              <a:buChar char="•"/>
              <a:defRPr sz="2200" b="1">
                <a:solidFill>
                  <a:schemeClr val="tx1"/>
                </a:solidFill>
                <a:latin typeface="Arial" panose="020B0604020202020204" pitchFamily="34" charset="0"/>
              </a:defRPr>
            </a:lvl2pPr>
            <a:lvl3pPr marL="1143000" indent="-228600">
              <a:spcBef>
                <a:spcPct val="20000"/>
              </a:spcBef>
              <a:buClr>
                <a:srgbClr val="FF0000"/>
              </a:buClr>
              <a:buFont typeface="Arial" panose="020B0604020202020204" pitchFamily="34" charset="0"/>
              <a:buChar char="–"/>
              <a:defRPr sz="2000" b="1">
                <a:solidFill>
                  <a:schemeClr val="tx1"/>
                </a:solidFill>
                <a:latin typeface="Arial" panose="020B0604020202020204" pitchFamily="34" charset="0"/>
              </a:defRPr>
            </a:lvl3pPr>
            <a:lvl4pPr marL="1600200" indent="-228600">
              <a:spcBef>
                <a:spcPct val="20000"/>
              </a:spcBef>
              <a:buClr>
                <a:srgbClr val="000000"/>
              </a:buClr>
              <a:buFont typeface="Arial" panose="020B0604020202020204" pitchFamily="34" charset="0"/>
              <a:buChar char="–"/>
              <a:defRPr sz="2000" b="1">
                <a:solidFill>
                  <a:srgbClr val="FF0000"/>
                </a:solidFill>
                <a:latin typeface="Arial" panose="020B0604020202020204" pitchFamily="34" charset="0"/>
              </a:defRPr>
            </a:lvl4pPr>
            <a:lvl5pPr marL="2057400" indent="-228600">
              <a:spcBef>
                <a:spcPct val="20000"/>
              </a:spcBef>
              <a:buClr>
                <a:srgbClr val="000000"/>
              </a:buClr>
              <a:buFont typeface="Arial" panose="020B0604020202020204" pitchFamily="34" charset="0"/>
              <a:buChar char="»"/>
              <a:defRPr sz="20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0000"/>
              </a:buClr>
              <a:buFont typeface="Arial" panose="020B0604020202020204" pitchFamily="34" charset="0"/>
              <a:buChar char="»"/>
              <a:defRPr sz="20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0000"/>
              </a:buClr>
              <a:buFont typeface="Arial" panose="020B0604020202020204" pitchFamily="34" charset="0"/>
              <a:buChar char="»"/>
              <a:defRPr sz="20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0000"/>
              </a:buClr>
              <a:buFont typeface="Arial" panose="020B0604020202020204" pitchFamily="34" charset="0"/>
              <a:buChar char="»"/>
              <a:defRPr sz="20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0000"/>
              </a:buClr>
              <a:buFont typeface="Arial" panose="020B0604020202020204" pitchFamily="34" charset="0"/>
              <a:buChar char="»"/>
              <a:defRPr sz="2000" b="1">
                <a:solidFill>
                  <a:schemeClr val="tx1"/>
                </a:solidFill>
                <a:latin typeface="Arial" panose="020B0604020202020204" pitchFamily="34" charset="0"/>
              </a:defRPr>
            </a:lvl9pPr>
          </a:lstStyle>
          <a:p>
            <a:pPr>
              <a:spcBef>
                <a:spcPct val="0"/>
              </a:spcBef>
              <a:buClrTx/>
              <a:buFontTx/>
              <a:buNone/>
            </a:pPr>
            <a:r>
              <a:rPr lang="en-US" altLang="en-US" sz="1800">
                <a:latin typeface="Courier New" panose="02070309020205020404" pitchFamily="49" charset="0"/>
              </a:rPr>
              <a:t>DELETE</a:t>
            </a:r>
          </a:p>
        </p:txBody>
      </p:sp>
      <p:sp>
        <p:nvSpPr>
          <p:cNvPr id="56326" name="Rectangle 13">
            <a:extLst>
              <a:ext uri="{FF2B5EF4-FFF2-40B4-BE49-F238E27FC236}">
                <a16:creationId xmlns:a16="http://schemas.microsoft.com/office/drawing/2014/main" id="{2C498597-76AD-1949-1D62-CE637A83C84A}"/>
              </a:ext>
            </a:extLst>
          </p:cNvPr>
          <p:cNvSpPr>
            <a:spLocks noChangeArrowheads="1"/>
          </p:cNvSpPr>
          <p:nvPr/>
        </p:nvSpPr>
        <p:spPr bwMode="auto">
          <a:xfrm>
            <a:off x="1493838" y="3489325"/>
            <a:ext cx="1031875" cy="395288"/>
          </a:xfrm>
          <a:prstGeom prst="rect">
            <a:avLst/>
          </a:prstGeom>
          <a:solidFill>
            <a:srgbClr val="FFCC99"/>
          </a:solidFill>
          <a:ln w="28575">
            <a:solidFill>
              <a:schemeClr val="tx1"/>
            </a:solidFill>
            <a:miter lim="800000"/>
            <a:headEnd/>
            <a:tailEnd/>
          </a:ln>
        </p:spPr>
        <p:txBody>
          <a:bodyPr wrap="none" lIns="92075" tIns="46038" rIns="92075" bIns="46038">
            <a:spAutoFit/>
          </a:bodyPr>
          <a:lstStyle>
            <a:lvl1pPr>
              <a:spcBef>
                <a:spcPct val="20000"/>
              </a:spcBef>
              <a:buClr>
                <a:srgbClr val="000000"/>
              </a:buClr>
              <a:buFont typeface="Arial" panose="020B0604020202020204" pitchFamily="34" charset="0"/>
              <a:buChar char="•"/>
              <a:defRPr sz="2200" b="1">
                <a:solidFill>
                  <a:schemeClr val="tx1"/>
                </a:solidFill>
                <a:latin typeface="Arial" panose="020B0604020202020204" pitchFamily="34" charset="0"/>
              </a:defRPr>
            </a:lvl1pPr>
            <a:lvl2pPr marL="742950" indent="-285750">
              <a:spcBef>
                <a:spcPct val="20000"/>
              </a:spcBef>
              <a:buClr>
                <a:srgbClr val="FF0000"/>
              </a:buClr>
              <a:buFont typeface="Arial" panose="020B0604020202020204" pitchFamily="34" charset="0"/>
              <a:buChar char="•"/>
              <a:defRPr sz="2200" b="1">
                <a:solidFill>
                  <a:schemeClr val="tx1"/>
                </a:solidFill>
                <a:latin typeface="Arial" panose="020B0604020202020204" pitchFamily="34" charset="0"/>
              </a:defRPr>
            </a:lvl2pPr>
            <a:lvl3pPr marL="1143000" indent="-228600">
              <a:spcBef>
                <a:spcPct val="20000"/>
              </a:spcBef>
              <a:buClr>
                <a:srgbClr val="FF0000"/>
              </a:buClr>
              <a:buFont typeface="Arial" panose="020B0604020202020204" pitchFamily="34" charset="0"/>
              <a:buChar char="–"/>
              <a:defRPr sz="2000" b="1">
                <a:solidFill>
                  <a:schemeClr val="tx1"/>
                </a:solidFill>
                <a:latin typeface="Arial" panose="020B0604020202020204" pitchFamily="34" charset="0"/>
              </a:defRPr>
            </a:lvl3pPr>
            <a:lvl4pPr marL="1600200" indent="-228600">
              <a:spcBef>
                <a:spcPct val="20000"/>
              </a:spcBef>
              <a:buClr>
                <a:srgbClr val="000000"/>
              </a:buClr>
              <a:buFont typeface="Arial" panose="020B0604020202020204" pitchFamily="34" charset="0"/>
              <a:buChar char="–"/>
              <a:defRPr sz="2000" b="1">
                <a:solidFill>
                  <a:srgbClr val="FF0000"/>
                </a:solidFill>
                <a:latin typeface="Arial" panose="020B0604020202020204" pitchFamily="34" charset="0"/>
              </a:defRPr>
            </a:lvl4pPr>
            <a:lvl5pPr marL="2057400" indent="-228600">
              <a:spcBef>
                <a:spcPct val="20000"/>
              </a:spcBef>
              <a:buClr>
                <a:srgbClr val="000000"/>
              </a:buClr>
              <a:buFont typeface="Arial" panose="020B0604020202020204" pitchFamily="34" charset="0"/>
              <a:buChar char="»"/>
              <a:defRPr sz="20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0000"/>
              </a:buClr>
              <a:buFont typeface="Arial" panose="020B0604020202020204" pitchFamily="34" charset="0"/>
              <a:buChar char="»"/>
              <a:defRPr sz="20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0000"/>
              </a:buClr>
              <a:buFont typeface="Arial" panose="020B0604020202020204" pitchFamily="34" charset="0"/>
              <a:buChar char="»"/>
              <a:defRPr sz="20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0000"/>
              </a:buClr>
              <a:buFont typeface="Arial" panose="020B0604020202020204" pitchFamily="34" charset="0"/>
              <a:buChar char="»"/>
              <a:defRPr sz="20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0000"/>
              </a:buClr>
              <a:buFont typeface="Arial" panose="020B0604020202020204" pitchFamily="34" charset="0"/>
              <a:buChar char="»"/>
              <a:defRPr sz="2000" b="1">
                <a:solidFill>
                  <a:schemeClr val="tx1"/>
                </a:solidFill>
                <a:latin typeface="Arial" panose="020B0604020202020204" pitchFamily="34" charset="0"/>
              </a:defRPr>
            </a:lvl9pPr>
          </a:lstStyle>
          <a:p>
            <a:pPr>
              <a:spcBef>
                <a:spcPct val="0"/>
              </a:spcBef>
              <a:buClrTx/>
              <a:buFontTx/>
              <a:buNone/>
            </a:pPr>
            <a:r>
              <a:rPr lang="en-US" altLang="en-US" sz="1800">
                <a:latin typeface="Courier New" panose="02070309020205020404" pitchFamily="49" charset="0"/>
              </a:rPr>
              <a:t>INSERT</a:t>
            </a:r>
          </a:p>
        </p:txBody>
      </p:sp>
      <p:sp>
        <p:nvSpPr>
          <p:cNvPr id="56327" name="Rectangle 14">
            <a:extLst>
              <a:ext uri="{FF2B5EF4-FFF2-40B4-BE49-F238E27FC236}">
                <a16:creationId xmlns:a16="http://schemas.microsoft.com/office/drawing/2014/main" id="{EC549F30-89A7-6F31-F0CC-D26234BEE60C}"/>
              </a:ext>
            </a:extLst>
          </p:cNvPr>
          <p:cNvSpPr>
            <a:spLocks noChangeArrowheads="1"/>
          </p:cNvSpPr>
          <p:nvPr/>
        </p:nvSpPr>
        <p:spPr bwMode="auto">
          <a:xfrm>
            <a:off x="1493838" y="4522788"/>
            <a:ext cx="1031875" cy="395287"/>
          </a:xfrm>
          <a:prstGeom prst="rect">
            <a:avLst/>
          </a:prstGeom>
          <a:solidFill>
            <a:srgbClr val="99CCFF"/>
          </a:solidFill>
          <a:ln w="28575">
            <a:solidFill>
              <a:schemeClr val="tx1"/>
            </a:solidFill>
            <a:miter lim="800000"/>
            <a:headEnd/>
            <a:tailEnd/>
          </a:ln>
        </p:spPr>
        <p:txBody>
          <a:bodyPr wrap="none" lIns="92075" tIns="46038" rIns="92075" bIns="46038">
            <a:spAutoFit/>
          </a:bodyPr>
          <a:lstStyle>
            <a:lvl1pPr>
              <a:spcBef>
                <a:spcPct val="20000"/>
              </a:spcBef>
              <a:buClr>
                <a:srgbClr val="000000"/>
              </a:buClr>
              <a:buFont typeface="Arial" panose="020B0604020202020204" pitchFamily="34" charset="0"/>
              <a:buChar char="•"/>
              <a:defRPr sz="2200" b="1">
                <a:solidFill>
                  <a:schemeClr val="tx1"/>
                </a:solidFill>
                <a:latin typeface="Arial" panose="020B0604020202020204" pitchFamily="34" charset="0"/>
              </a:defRPr>
            </a:lvl1pPr>
            <a:lvl2pPr marL="742950" indent="-285750">
              <a:spcBef>
                <a:spcPct val="20000"/>
              </a:spcBef>
              <a:buClr>
                <a:srgbClr val="FF0000"/>
              </a:buClr>
              <a:buFont typeface="Arial" panose="020B0604020202020204" pitchFamily="34" charset="0"/>
              <a:buChar char="•"/>
              <a:defRPr sz="2200" b="1">
                <a:solidFill>
                  <a:schemeClr val="tx1"/>
                </a:solidFill>
                <a:latin typeface="Arial" panose="020B0604020202020204" pitchFamily="34" charset="0"/>
              </a:defRPr>
            </a:lvl2pPr>
            <a:lvl3pPr marL="1143000" indent="-228600">
              <a:spcBef>
                <a:spcPct val="20000"/>
              </a:spcBef>
              <a:buClr>
                <a:srgbClr val="FF0000"/>
              </a:buClr>
              <a:buFont typeface="Arial" panose="020B0604020202020204" pitchFamily="34" charset="0"/>
              <a:buChar char="–"/>
              <a:defRPr sz="2000" b="1">
                <a:solidFill>
                  <a:schemeClr val="tx1"/>
                </a:solidFill>
                <a:latin typeface="Arial" panose="020B0604020202020204" pitchFamily="34" charset="0"/>
              </a:defRPr>
            </a:lvl3pPr>
            <a:lvl4pPr marL="1600200" indent="-228600">
              <a:spcBef>
                <a:spcPct val="20000"/>
              </a:spcBef>
              <a:buClr>
                <a:srgbClr val="000000"/>
              </a:buClr>
              <a:buFont typeface="Arial" panose="020B0604020202020204" pitchFamily="34" charset="0"/>
              <a:buChar char="–"/>
              <a:defRPr sz="2000" b="1">
                <a:solidFill>
                  <a:srgbClr val="FF0000"/>
                </a:solidFill>
                <a:latin typeface="Arial" panose="020B0604020202020204" pitchFamily="34" charset="0"/>
              </a:defRPr>
            </a:lvl4pPr>
            <a:lvl5pPr marL="2057400" indent="-228600">
              <a:spcBef>
                <a:spcPct val="20000"/>
              </a:spcBef>
              <a:buClr>
                <a:srgbClr val="000000"/>
              </a:buClr>
              <a:buFont typeface="Arial" panose="020B0604020202020204" pitchFamily="34" charset="0"/>
              <a:buChar char="»"/>
              <a:defRPr sz="20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0000"/>
              </a:buClr>
              <a:buFont typeface="Arial" panose="020B0604020202020204" pitchFamily="34" charset="0"/>
              <a:buChar char="»"/>
              <a:defRPr sz="20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0000"/>
              </a:buClr>
              <a:buFont typeface="Arial" panose="020B0604020202020204" pitchFamily="34" charset="0"/>
              <a:buChar char="»"/>
              <a:defRPr sz="20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0000"/>
              </a:buClr>
              <a:buFont typeface="Arial" panose="020B0604020202020204" pitchFamily="34" charset="0"/>
              <a:buChar char="»"/>
              <a:defRPr sz="20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0000"/>
              </a:buClr>
              <a:buFont typeface="Arial" panose="020B0604020202020204" pitchFamily="34" charset="0"/>
              <a:buChar char="»"/>
              <a:defRPr sz="2000" b="1">
                <a:solidFill>
                  <a:schemeClr val="tx1"/>
                </a:solidFill>
                <a:latin typeface="Arial" panose="020B0604020202020204" pitchFamily="34" charset="0"/>
              </a:defRPr>
            </a:lvl9pPr>
          </a:lstStyle>
          <a:p>
            <a:pPr>
              <a:spcBef>
                <a:spcPct val="0"/>
              </a:spcBef>
              <a:buClrTx/>
              <a:buFontTx/>
              <a:buNone/>
            </a:pPr>
            <a:r>
              <a:rPr lang="en-US" altLang="en-US" sz="1800">
                <a:latin typeface="Courier New" panose="02070309020205020404" pitchFamily="49" charset="0"/>
              </a:rPr>
              <a:t>UPDATE</a:t>
            </a:r>
          </a:p>
        </p:txBody>
      </p:sp>
      <p:sp>
        <p:nvSpPr>
          <p:cNvPr id="56328" name="Rectangle 15">
            <a:extLst>
              <a:ext uri="{FF2B5EF4-FFF2-40B4-BE49-F238E27FC236}">
                <a16:creationId xmlns:a16="http://schemas.microsoft.com/office/drawing/2014/main" id="{C7B69366-9665-6AB4-C4B1-3708BBE8DB77}"/>
              </a:ext>
            </a:extLst>
          </p:cNvPr>
          <p:cNvSpPr>
            <a:spLocks noChangeArrowheads="1"/>
          </p:cNvSpPr>
          <p:nvPr/>
        </p:nvSpPr>
        <p:spPr bwMode="auto">
          <a:xfrm>
            <a:off x="1493838" y="5535613"/>
            <a:ext cx="1031875" cy="395287"/>
          </a:xfrm>
          <a:prstGeom prst="rect">
            <a:avLst/>
          </a:prstGeom>
          <a:solidFill>
            <a:srgbClr val="FF6699"/>
          </a:solidFill>
          <a:ln w="28575">
            <a:solidFill>
              <a:schemeClr val="tx1"/>
            </a:solidFill>
            <a:miter lim="800000"/>
            <a:headEnd/>
            <a:tailEnd/>
          </a:ln>
        </p:spPr>
        <p:txBody>
          <a:bodyPr wrap="none" lIns="92075" tIns="46038" rIns="92075" bIns="46038">
            <a:spAutoFit/>
          </a:bodyPr>
          <a:lstStyle>
            <a:lvl1pPr>
              <a:spcBef>
                <a:spcPct val="20000"/>
              </a:spcBef>
              <a:buClr>
                <a:srgbClr val="000000"/>
              </a:buClr>
              <a:buFont typeface="Arial" panose="020B0604020202020204" pitchFamily="34" charset="0"/>
              <a:buChar char="•"/>
              <a:defRPr sz="2200" b="1">
                <a:solidFill>
                  <a:schemeClr val="tx1"/>
                </a:solidFill>
                <a:latin typeface="Arial" panose="020B0604020202020204" pitchFamily="34" charset="0"/>
              </a:defRPr>
            </a:lvl1pPr>
            <a:lvl2pPr marL="742950" indent="-285750">
              <a:spcBef>
                <a:spcPct val="20000"/>
              </a:spcBef>
              <a:buClr>
                <a:srgbClr val="FF0000"/>
              </a:buClr>
              <a:buFont typeface="Arial" panose="020B0604020202020204" pitchFamily="34" charset="0"/>
              <a:buChar char="•"/>
              <a:defRPr sz="2200" b="1">
                <a:solidFill>
                  <a:schemeClr val="tx1"/>
                </a:solidFill>
                <a:latin typeface="Arial" panose="020B0604020202020204" pitchFamily="34" charset="0"/>
              </a:defRPr>
            </a:lvl2pPr>
            <a:lvl3pPr marL="1143000" indent="-228600">
              <a:spcBef>
                <a:spcPct val="20000"/>
              </a:spcBef>
              <a:buClr>
                <a:srgbClr val="FF0000"/>
              </a:buClr>
              <a:buFont typeface="Arial" panose="020B0604020202020204" pitchFamily="34" charset="0"/>
              <a:buChar char="–"/>
              <a:defRPr sz="2000" b="1">
                <a:solidFill>
                  <a:schemeClr val="tx1"/>
                </a:solidFill>
                <a:latin typeface="Arial" panose="020B0604020202020204" pitchFamily="34" charset="0"/>
              </a:defRPr>
            </a:lvl3pPr>
            <a:lvl4pPr marL="1600200" indent="-228600">
              <a:spcBef>
                <a:spcPct val="20000"/>
              </a:spcBef>
              <a:buClr>
                <a:srgbClr val="000000"/>
              </a:buClr>
              <a:buFont typeface="Arial" panose="020B0604020202020204" pitchFamily="34" charset="0"/>
              <a:buChar char="–"/>
              <a:defRPr sz="2000" b="1">
                <a:solidFill>
                  <a:srgbClr val="FF0000"/>
                </a:solidFill>
                <a:latin typeface="Arial" panose="020B0604020202020204" pitchFamily="34" charset="0"/>
              </a:defRPr>
            </a:lvl4pPr>
            <a:lvl5pPr marL="2057400" indent="-228600">
              <a:spcBef>
                <a:spcPct val="20000"/>
              </a:spcBef>
              <a:buClr>
                <a:srgbClr val="000000"/>
              </a:buClr>
              <a:buFont typeface="Arial" panose="020B0604020202020204" pitchFamily="34" charset="0"/>
              <a:buChar char="»"/>
              <a:defRPr sz="20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0000"/>
              </a:buClr>
              <a:buFont typeface="Arial" panose="020B0604020202020204" pitchFamily="34" charset="0"/>
              <a:buChar char="»"/>
              <a:defRPr sz="20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0000"/>
              </a:buClr>
              <a:buFont typeface="Arial" panose="020B0604020202020204" pitchFamily="34" charset="0"/>
              <a:buChar char="»"/>
              <a:defRPr sz="20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0000"/>
              </a:buClr>
              <a:buFont typeface="Arial" panose="020B0604020202020204" pitchFamily="34" charset="0"/>
              <a:buChar char="»"/>
              <a:defRPr sz="20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0000"/>
              </a:buClr>
              <a:buFont typeface="Arial" panose="020B0604020202020204" pitchFamily="34" charset="0"/>
              <a:buChar char="»"/>
              <a:defRPr sz="2000" b="1">
                <a:solidFill>
                  <a:schemeClr val="tx1"/>
                </a:solidFill>
                <a:latin typeface="Arial" panose="020B0604020202020204" pitchFamily="34" charset="0"/>
              </a:defRPr>
            </a:lvl9pPr>
          </a:lstStyle>
          <a:p>
            <a:pPr>
              <a:spcBef>
                <a:spcPct val="0"/>
              </a:spcBef>
              <a:buClrTx/>
              <a:buFontTx/>
              <a:buNone/>
            </a:pPr>
            <a:r>
              <a:rPr lang="en-US" altLang="en-US" sz="1800">
                <a:latin typeface="Courier New" panose="02070309020205020404" pitchFamily="49" charset="0"/>
              </a:rPr>
              <a:t>INSERT</a:t>
            </a:r>
          </a:p>
        </p:txBody>
      </p:sp>
      <p:sp>
        <p:nvSpPr>
          <p:cNvPr id="56329" name="Rectangle 17">
            <a:extLst>
              <a:ext uri="{FF2B5EF4-FFF2-40B4-BE49-F238E27FC236}">
                <a16:creationId xmlns:a16="http://schemas.microsoft.com/office/drawing/2014/main" id="{533EA630-CB21-F3C4-01C6-73149CC3D152}"/>
              </a:ext>
            </a:extLst>
          </p:cNvPr>
          <p:cNvSpPr>
            <a:spLocks noChangeArrowheads="1"/>
          </p:cNvSpPr>
          <p:nvPr/>
        </p:nvSpPr>
        <p:spPr bwMode="auto">
          <a:xfrm>
            <a:off x="1381125" y="1357313"/>
            <a:ext cx="12954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Bef>
                <a:spcPct val="20000"/>
              </a:spcBef>
              <a:buClr>
                <a:srgbClr val="000000"/>
              </a:buClr>
              <a:buFont typeface="Arial" panose="020B0604020202020204" pitchFamily="34" charset="0"/>
              <a:buChar char="•"/>
              <a:defRPr sz="2200" b="1">
                <a:solidFill>
                  <a:schemeClr val="tx1"/>
                </a:solidFill>
                <a:latin typeface="Arial" panose="020B0604020202020204" pitchFamily="34" charset="0"/>
              </a:defRPr>
            </a:lvl1pPr>
            <a:lvl2pPr marL="742950" indent="-285750">
              <a:spcBef>
                <a:spcPct val="20000"/>
              </a:spcBef>
              <a:buClr>
                <a:srgbClr val="FF0000"/>
              </a:buClr>
              <a:buFont typeface="Arial" panose="020B0604020202020204" pitchFamily="34" charset="0"/>
              <a:buChar char="•"/>
              <a:defRPr sz="2200" b="1">
                <a:solidFill>
                  <a:schemeClr val="tx1"/>
                </a:solidFill>
                <a:latin typeface="Arial" panose="020B0604020202020204" pitchFamily="34" charset="0"/>
              </a:defRPr>
            </a:lvl2pPr>
            <a:lvl3pPr marL="1143000" indent="-228600">
              <a:spcBef>
                <a:spcPct val="20000"/>
              </a:spcBef>
              <a:buClr>
                <a:srgbClr val="FF0000"/>
              </a:buClr>
              <a:buFont typeface="Arial" panose="020B0604020202020204" pitchFamily="34" charset="0"/>
              <a:buChar char="–"/>
              <a:defRPr sz="2000" b="1">
                <a:solidFill>
                  <a:schemeClr val="tx1"/>
                </a:solidFill>
                <a:latin typeface="Arial" panose="020B0604020202020204" pitchFamily="34" charset="0"/>
              </a:defRPr>
            </a:lvl3pPr>
            <a:lvl4pPr marL="1600200" indent="-228600">
              <a:spcBef>
                <a:spcPct val="20000"/>
              </a:spcBef>
              <a:buClr>
                <a:srgbClr val="000000"/>
              </a:buClr>
              <a:buFont typeface="Arial" panose="020B0604020202020204" pitchFamily="34" charset="0"/>
              <a:buChar char="–"/>
              <a:defRPr sz="2000" b="1">
                <a:solidFill>
                  <a:srgbClr val="FF0000"/>
                </a:solidFill>
                <a:latin typeface="Arial" panose="020B0604020202020204" pitchFamily="34" charset="0"/>
              </a:defRPr>
            </a:lvl4pPr>
            <a:lvl5pPr marL="2057400" indent="-228600">
              <a:spcBef>
                <a:spcPct val="20000"/>
              </a:spcBef>
              <a:buClr>
                <a:srgbClr val="000000"/>
              </a:buClr>
              <a:buFont typeface="Arial" panose="020B0604020202020204" pitchFamily="34" charset="0"/>
              <a:buChar char="»"/>
              <a:defRPr sz="20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0000"/>
              </a:buClr>
              <a:buFont typeface="Arial" panose="020B0604020202020204" pitchFamily="34" charset="0"/>
              <a:buChar char="»"/>
              <a:defRPr sz="20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0000"/>
              </a:buClr>
              <a:buFont typeface="Arial" panose="020B0604020202020204" pitchFamily="34" charset="0"/>
              <a:buChar char="»"/>
              <a:defRPr sz="20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0000"/>
              </a:buClr>
              <a:buFont typeface="Arial" panose="020B0604020202020204" pitchFamily="34" charset="0"/>
              <a:buChar char="»"/>
              <a:defRPr sz="20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0000"/>
              </a:buClr>
              <a:buFont typeface="Arial" panose="020B0604020202020204" pitchFamily="34" charset="0"/>
              <a:buChar char="»"/>
              <a:defRPr sz="2000" b="1">
                <a:solidFill>
                  <a:schemeClr val="tx1"/>
                </a:solidFill>
                <a:latin typeface="Arial" panose="020B0604020202020204" pitchFamily="34" charset="0"/>
              </a:defRPr>
            </a:lvl9pPr>
          </a:lstStyle>
          <a:p>
            <a:pPr>
              <a:spcBef>
                <a:spcPct val="0"/>
              </a:spcBef>
              <a:buClrTx/>
              <a:buFontTx/>
              <a:buNone/>
            </a:pPr>
            <a:r>
              <a:rPr lang="en-US" altLang="en-US" sz="1800" i="1">
                <a:latin typeface="Courier New" panose="02070309020205020404" pitchFamily="49" charset="0"/>
              </a:rPr>
              <a:t>COMMIT</a:t>
            </a:r>
          </a:p>
        </p:txBody>
      </p:sp>
      <p:sp>
        <p:nvSpPr>
          <p:cNvPr id="56330" name="Line 19">
            <a:extLst>
              <a:ext uri="{FF2B5EF4-FFF2-40B4-BE49-F238E27FC236}">
                <a16:creationId xmlns:a16="http://schemas.microsoft.com/office/drawing/2014/main" id="{385A396A-D6A0-5D32-FFFE-953114F2AF18}"/>
              </a:ext>
            </a:extLst>
          </p:cNvPr>
          <p:cNvSpPr>
            <a:spLocks noChangeShapeType="1"/>
          </p:cNvSpPr>
          <p:nvPr/>
        </p:nvSpPr>
        <p:spPr bwMode="auto">
          <a:xfrm flipV="1">
            <a:off x="895350" y="1728788"/>
            <a:ext cx="0" cy="4287837"/>
          </a:xfrm>
          <a:prstGeom prst="line">
            <a:avLst/>
          </a:prstGeom>
          <a:noFill/>
          <a:ln w="28575">
            <a:solidFill>
              <a:schemeClr val="tx1"/>
            </a:solidFill>
            <a:round/>
            <a:headEnd type="triangle" w="sm" len="sm"/>
            <a:tailEnd type="none" w="sm" len="sm"/>
          </a:ln>
          <a:extLst>
            <a:ext uri="{909E8E84-426E-40DD-AFC4-6F175D3DCCD1}">
              <a14:hiddenFill xmlns:a14="http://schemas.microsoft.com/office/drawing/2010/main">
                <a:noFill/>
              </a14:hiddenFill>
            </a:ext>
          </a:extLst>
        </p:spPr>
        <p:txBody>
          <a:bodyPr/>
          <a:lstStyle/>
          <a:p>
            <a:endParaRPr lang="en-IN"/>
          </a:p>
        </p:txBody>
      </p:sp>
      <p:sp>
        <p:nvSpPr>
          <p:cNvPr id="56331" name="Rectangle 20">
            <a:extLst>
              <a:ext uri="{FF2B5EF4-FFF2-40B4-BE49-F238E27FC236}">
                <a16:creationId xmlns:a16="http://schemas.microsoft.com/office/drawing/2014/main" id="{57D60F7E-1ACD-F5D6-E612-D0A0C4074AB9}"/>
              </a:ext>
            </a:extLst>
          </p:cNvPr>
          <p:cNvSpPr>
            <a:spLocks noChangeArrowheads="1"/>
          </p:cNvSpPr>
          <p:nvPr/>
        </p:nvSpPr>
        <p:spPr bwMode="auto">
          <a:xfrm>
            <a:off x="522288" y="1357313"/>
            <a:ext cx="728662"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Bef>
                <a:spcPct val="20000"/>
              </a:spcBef>
              <a:buClr>
                <a:srgbClr val="000000"/>
              </a:buClr>
              <a:buFont typeface="Arial" panose="020B0604020202020204" pitchFamily="34" charset="0"/>
              <a:buChar char="•"/>
              <a:defRPr sz="2200" b="1">
                <a:solidFill>
                  <a:schemeClr val="tx1"/>
                </a:solidFill>
                <a:latin typeface="Arial" panose="020B0604020202020204" pitchFamily="34" charset="0"/>
              </a:defRPr>
            </a:lvl1pPr>
            <a:lvl2pPr marL="742950" indent="-285750">
              <a:spcBef>
                <a:spcPct val="20000"/>
              </a:spcBef>
              <a:buClr>
                <a:srgbClr val="FF0000"/>
              </a:buClr>
              <a:buFont typeface="Arial" panose="020B0604020202020204" pitchFamily="34" charset="0"/>
              <a:buChar char="•"/>
              <a:defRPr sz="2200" b="1">
                <a:solidFill>
                  <a:schemeClr val="tx1"/>
                </a:solidFill>
                <a:latin typeface="Arial" panose="020B0604020202020204" pitchFamily="34" charset="0"/>
              </a:defRPr>
            </a:lvl2pPr>
            <a:lvl3pPr marL="1143000" indent="-228600">
              <a:spcBef>
                <a:spcPct val="20000"/>
              </a:spcBef>
              <a:buClr>
                <a:srgbClr val="FF0000"/>
              </a:buClr>
              <a:buFont typeface="Arial" panose="020B0604020202020204" pitchFamily="34" charset="0"/>
              <a:buChar char="–"/>
              <a:defRPr sz="2000" b="1">
                <a:solidFill>
                  <a:schemeClr val="tx1"/>
                </a:solidFill>
                <a:latin typeface="Arial" panose="020B0604020202020204" pitchFamily="34" charset="0"/>
              </a:defRPr>
            </a:lvl3pPr>
            <a:lvl4pPr marL="1600200" indent="-228600">
              <a:spcBef>
                <a:spcPct val="20000"/>
              </a:spcBef>
              <a:buClr>
                <a:srgbClr val="000000"/>
              </a:buClr>
              <a:buFont typeface="Arial" panose="020B0604020202020204" pitchFamily="34" charset="0"/>
              <a:buChar char="–"/>
              <a:defRPr sz="2000" b="1">
                <a:solidFill>
                  <a:srgbClr val="FF0000"/>
                </a:solidFill>
                <a:latin typeface="Arial" panose="020B0604020202020204" pitchFamily="34" charset="0"/>
              </a:defRPr>
            </a:lvl4pPr>
            <a:lvl5pPr marL="2057400" indent="-228600">
              <a:spcBef>
                <a:spcPct val="20000"/>
              </a:spcBef>
              <a:buClr>
                <a:srgbClr val="000000"/>
              </a:buClr>
              <a:buFont typeface="Arial" panose="020B0604020202020204" pitchFamily="34" charset="0"/>
              <a:buChar char="»"/>
              <a:defRPr sz="20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0000"/>
              </a:buClr>
              <a:buFont typeface="Arial" panose="020B0604020202020204" pitchFamily="34" charset="0"/>
              <a:buChar char="»"/>
              <a:defRPr sz="20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0000"/>
              </a:buClr>
              <a:buFont typeface="Arial" panose="020B0604020202020204" pitchFamily="34" charset="0"/>
              <a:buChar char="»"/>
              <a:defRPr sz="20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0000"/>
              </a:buClr>
              <a:buFont typeface="Arial" panose="020B0604020202020204" pitchFamily="34" charset="0"/>
              <a:buChar char="»"/>
              <a:defRPr sz="20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0000"/>
              </a:buClr>
              <a:buFont typeface="Arial" panose="020B0604020202020204" pitchFamily="34" charset="0"/>
              <a:buChar char="»"/>
              <a:defRPr sz="2000" b="1">
                <a:solidFill>
                  <a:schemeClr val="tx1"/>
                </a:solidFill>
                <a:latin typeface="Arial" panose="020B0604020202020204" pitchFamily="34" charset="0"/>
              </a:defRPr>
            </a:lvl9pPr>
          </a:lstStyle>
          <a:p>
            <a:pPr>
              <a:spcBef>
                <a:spcPct val="0"/>
              </a:spcBef>
              <a:buClrTx/>
              <a:buFontTx/>
              <a:buNone/>
            </a:pPr>
            <a:r>
              <a:rPr lang="en-US" altLang="en-US" sz="1600" i="1">
                <a:latin typeface="Courier New" panose="02070309020205020404" pitchFamily="49" charset="0"/>
              </a:rPr>
              <a:t>Time</a:t>
            </a:r>
          </a:p>
        </p:txBody>
      </p:sp>
      <p:sp>
        <p:nvSpPr>
          <p:cNvPr id="56332" name="Rectangle 21">
            <a:extLst>
              <a:ext uri="{FF2B5EF4-FFF2-40B4-BE49-F238E27FC236}">
                <a16:creationId xmlns:a16="http://schemas.microsoft.com/office/drawing/2014/main" id="{35300D52-79C6-A95F-2600-ED9E5F3ADF46}"/>
              </a:ext>
            </a:extLst>
          </p:cNvPr>
          <p:cNvSpPr>
            <a:spLocks noChangeArrowheads="1"/>
          </p:cNvSpPr>
          <p:nvPr/>
        </p:nvSpPr>
        <p:spPr bwMode="auto">
          <a:xfrm>
            <a:off x="1360488" y="1803400"/>
            <a:ext cx="14795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rgbClr val="000000"/>
              </a:buClr>
              <a:buFont typeface="Arial" panose="020B0604020202020204" pitchFamily="34" charset="0"/>
              <a:buChar char="•"/>
              <a:defRPr sz="2200" b="1">
                <a:solidFill>
                  <a:schemeClr val="tx1"/>
                </a:solidFill>
                <a:latin typeface="Arial" panose="020B0604020202020204" pitchFamily="34" charset="0"/>
              </a:defRPr>
            </a:lvl1pPr>
            <a:lvl2pPr marL="742950" indent="-285750">
              <a:spcBef>
                <a:spcPct val="20000"/>
              </a:spcBef>
              <a:buClr>
                <a:srgbClr val="FF0000"/>
              </a:buClr>
              <a:buFont typeface="Arial" panose="020B0604020202020204" pitchFamily="34" charset="0"/>
              <a:buChar char="•"/>
              <a:defRPr sz="2200" b="1">
                <a:solidFill>
                  <a:schemeClr val="tx1"/>
                </a:solidFill>
                <a:latin typeface="Arial" panose="020B0604020202020204" pitchFamily="34" charset="0"/>
              </a:defRPr>
            </a:lvl2pPr>
            <a:lvl3pPr marL="1143000" indent="-228600">
              <a:spcBef>
                <a:spcPct val="20000"/>
              </a:spcBef>
              <a:buClr>
                <a:srgbClr val="FF0000"/>
              </a:buClr>
              <a:buFont typeface="Arial" panose="020B0604020202020204" pitchFamily="34" charset="0"/>
              <a:buChar char="–"/>
              <a:defRPr sz="2000" b="1">
                <a:solidFill>
                  <a:schemeClr val="tx1"/>
                </a:solidFill>
                <a:latin typeface="Arial" panose="020B0604020202020204" pitchFamily="34" charset="0"/>
              </a:defRPr>
            </a:lvl3pPr>
            <a:lvl4pPr marL="1600200" indent="-228600">
              <a:spcBef>
                <a:spcPct val="20000"/>
              </a:spcBef>
              <a:buClr>
                <a:srgbClr val="000000"/>
              </a:buClr>
              <a:buFont typeface="Arial" panose="020B0604020202020204" pitchFamily="34" charset="0"/>
              <a:buChar char="–"/>
              <a:defRPr sz="2000" b="1">
                <a:solidFill>
                  <a:srgbClr val="FF0000"/>
                </a:solidFill>
                <a:latin typeface="Arial" panose="020B0604020202020204" pitchFamily="34" charset="0"/>
              </a:defRPr>
            </a:lvl4pPr>
            <a:lvl5pPr marL="2057400" indent="-228600">
              <a:spcBef>
                <a:spcPct val="20000"/>
              </a:spcBef>
              <a:buClr>
                <a:srgbClr val="000000"/>
              </a:buClr>
              <a:buFont typeface="Arial" panose="020B0604020202020204" pitchFamily="34" charset="0"/>
              <a:buChar char="»"/>
              <a:defRPr sz="20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0000"/>
              </a:buClr>
              <a:buFont typeface="Arial" panose="020B0604020202020204" pitchFamily="34" charset="0"/>
              <a:buChar char="»"/>
              <a:defRPr sz="20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0000"/>
              </a:buClr>
              <a:buFont typeface="Arial" panose="020B0604020202020204" pitchFamily="34" charset="0"/>
              <a:buChar char="»"/>
              <a:defRPr sz="20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0000"/>
              </a:buClr>
              <a:buFont typeface="Arial" panose="020B0604020202020204" pitchFamily="34" charset="0"/>
              <a:buChar char="»"/>
              <a:defRPr sz="20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0000"/>
              </a:buClr>
              <a:buFont typeface="Arial" panose="020B0604020202020204" pitchFamily="34" charset="0"/>
              <a:buChar char="»"/>
              <a:defRPr sz="2000" b="1">
                <a:solidFill>
                  <a:schemeClr val="tx1"/>
                </a:solidFill>
                <a:latin typeface="Arial" panose="020B0604020202020204" pitchFamily="34" charset="0"/>
              </a:defRPr>
            </a:lvl9pPr>
          </a:lstStyle>
          <a:p>
            <a:pPr>
              <a:spcBef>
                <a:spcPct val="0"/>
              </a:spcBef>
              <a:buClrTx/>
              <a:buFontTx/>
              <a:buNone/>
            </a:pPr>
            <a:r>
              <a:rPr lang="en-US" altLang="en-US" sz="1800"/>
              <a:t>Transaction</a:t>
            </a:r>
          </a:p>
        </p:txBody>
      </p:sp>
      <p:sp>
        <p:nvSpPr>
          <p:cNvPr id="56333" name="Rectangle 22">
            <a:extLst>
              <a:ext uri="{FF2B5EF4-FFF2-40B4-BE49-F238E27FC236}">
                <a16:creationId xmlns:a16="http://schemas.microsoft.com/office/drawing/2014/main" id="{6DE95F30-5549-CB25-A877-89C854B0FEDB}"/>
              </a:ext>
            </a:extLst>
          </p:cNvPr>
          <p:cNvSpPr>
            <a:spLocks noChangeArrowheads="1"/>
          </p:cNvSpPr>
          <p:nvPr/>
        </p:nvSpPr>
        <p:spPr bwMode="auto">
          <a:xfrm>
            <a:off x="2998788" y="5678488"/>
            <a:ext cx="20955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rgbClr val="000000"/>
              </a:buClr>
              <a:buFont typeface="Arial" panose="020B0604020202020204" pitchFamily="34" charset="0"/>
              <a:buChar char="•"/>
              <a:defRPr sz="2200" b="1">
                <a:solidFill>
                  <a:schemeClr val="tx1"/>
                </a:solidFill>
                <a:latin typeface="Arial" panose="020B0604020202020204" pitchFamily="34" charset="0"/>
              </a:defRPr>
            </a:lvl1pPr>
            <a:lvl2pPr marL="742950" indent="-285750">
              <a:spcBef>
                <a:spcPct val="20000"/>
              </a:spcBef>
              <a:buClr>
                <a:srgbClr val="FF0000"/>
              </a:buClr>
              <a:buFont typeface="Arial" panose="020B0604020202020204" pitchFamily="34" charset="0"/>
              <a:buChar char="•"/>
              <a:defRPr sz="2200" b="1">
                <a:solidFill>
                  <a:schemeClr val="tx1"/>
                </a:solidFill>
                <a:latin typeface="Arial" panose="020B0604020202020204" pitchFamily="34" charset="0"/>
              </a:defRPr>
            </a:lvl2pPr>
            <a:lvl3pPr marL="1143000" indent="-228600">
              <a:spcBef>
                <a:spcPct val="20000"/>
              </a:spcBef>
              <a:buClr>
                <a:srgbClr val="FF0000"/>
              </a:buClr>
              <a:buFont typeface="Arial" panose="020B0604020202020204" pitchFamily="34" charset="0"/>
              <a:buChar char="–"/>
              <a:defRPr sz="2000" b="1">
                <a:solidFill>
                  <a:schemeClr val="tx1"/>
                </a:solidFill>
                <a:latin typeface="Arial" panose="020B0604020202020204" pitchFamily="34" charset="0"/>
              </a:defRPr>
            </a:lvl3pPr>
            <a:lvl4pPr marL="1600200" indent="-228600">
              <a:spcBef>
                <a:spcPct val="20000"/>
              </a:spcBef>
              <a:buClr>
                <a:srgbClr val="000000"/>
              </a:buClr>
              <a:buFont typeface="Arial" panose="020B0604020202020204" pitchFamily="34" charset="0"/>
              <a:buChar char="–"/>
              <a:defRPr sz="2000" b="1">
                <a:solidFill>
                  <a:srgbClr val="FF0000"/>
                </a:solidFill>
                <a:latin typeface="Arial" panose="020B0604020202020204" pitchFamily="34" charset="0"/>
              </a:defRPr>
            </a:lvl4pPr>
            <a:lvl5pPr marL="2057400" indent="-228600">
              <a:spcBef>
                <a:spcPct val="20000"/>
              </a:spcBef>
              <a:buClr>
                <a:srgbClr val="000000"/>
              </a:buClr>
              <a:buFont typeface="Arial" panose="020B0604020202020204" pitchFamily="34" charset="0"/>
              <a:buChar char="»"/>
              <a:defRPr sz="20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0000"/>
              </a:buClr>
              <a:buFont typeface="Arial" panose="020B0604020202020204" pitchFamily="34" charset="0"/>
              <a:buChar char="»"/>
              <a:defRPr sz="20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0000"/>
              </a:buClr>
              <a:buFont typeface="Arial" panose="020B0604020202020204" pitchFamily="34" charset="0"/>
              <a:buChar char="»"/>
              <a:defRPr sz="20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0000"/>
              </a:buClr>
              <a:buFont typeface="Arial" panose="020B0604020202020204" pitchFamily="34" charset="0"/>
              <a:buChar char="»"/>
              <a:defRPr sz="20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0000"/>
              </a:buClr>
              <a:buFont typeface="Arial" panose="020B0604020202020204" pitchFamily="34" charset="0"/>
              <a:buChar char="»"/>
              <a:defRPr sz="2000" b="1">
                <a:solidFill>
                  <a:schemeClr val="tx1"/>
                </a:solidFill>
                <a:latin typeface="Arial" panose="020B0604020202020204" pitchFamily="34" charset="0"/>
              </a:defRPr>
            </a:lvl9pPr>
          </a:lstStyle>
          <a:p>
            <a:pPr algn="ctr">
              <a:spcBef>
                <a:spcPct val="0"/>
              </a:spcBef>
              <a:buClrTx/>
              <a:buFontTx/>
              <a:buNone/>
            </a:pPr>
            <a:r>
              <a:rPr lang="en-US" altLang="en-US" sz="1800">
                <a:latin typeface="Courier New" panose="02070309020205020404" pitchFamily="49" charset="0"/>
              </a:rPr>
              <a:t>ROLLBACK </a:t>
            </a:r>
          </a:p>
          <a:p>
            <a:pPr algn="ctr">
              <a:spcBef>
                <a:spcPct val="0"/>
              </a:spcBef>
              <a:buClrTx/>
              <a:buFontTx/>
              <a:buNone/>
            </a:pPr>
            <a:r>
              <a:rPr lang="en-US" altLang="en-US" sz="1800">
                <a:latin typeface="Courier New" panose="02070309020205020404" pitchFamily="49" charset="0"/>
              </a:rPr>
              <a:t>to SAVEPOINT B</a:t>
            </a:r>
          </a:p>
        </p:txBody>
      </p:sp>
      <p:sp>
        <p:nvSpPr>
          <p:cNvPr id="56334" name="Freeform 23">
            <a:extLst>
              <a:ext uri="{FF2B5EF4-FFF2-40B4-BE49-F238E27FC236}">
                <a16:creationId xmlns:a16="http://schemas.microsoft.com/office/drawing/2014/main" id="{097F79AD-5C4D-6DEA-A920-A969F4AE4935}"/>
              </a:ext>
            </a:extLst>
          </p:cNvPr>
          <p:cNvSpPr>
            <a:spLocks/>
          </p:cNvSpPr>
          <p:nvPr/>
        </p:nvSpPr>
        <p:spPr bwMode="auto">
          <a:xfrm>
            <a:off x="3121025" y="5227638"/>
            <a:ext cx="838200" cy="476250"/>
          </a:xfrm>
          <a:custGeom>
            <a:avLst/>
            <a:gdLst>
              <a:gd name="T0" fmla="*/ 1243499423 w 564"/>
              <a:gd name="T1" fmla="*/ 1106382445 h 204"/>
              <a:gd name="T2" fmla="*/ 1243499423 w 564"/>
              <a:gd name="T3" fmla="*/ 0 h 204"/>
              <a:gd name="T4" fmla="*/ 0 w 564"/>
              <a:gd name="T5" fmla="*/ 0 h 204"/>
              <a:gd name="T6" fmla="*/ 0 60000 65536"/>
              <a:gd name="T7" fmla="*/ 0 60000 65536"/>
              <a:gd name="T8" fmla="*/ 0 60000 65536"/>
              <a:gd name="T9" fmla="*/ 0 w 564"/>
              <a:gd name="T10" fmla="*/ 0 h 204"/>
              <a:gd name="T11" fmla="*/ 564 w 564"/>
              <a:gd name="T12" fmla="*/ 204 h 204"/>
            </a:gdLst>
            <a:ahLst/>
            <a:cxnLst>
              <a:cxn ang="T6">
                <a:pos x="T0" y="T1"/>
              </a:cxn>
              <a:cxn ang="T7">
                <a:pos x="T2" y="T3"/>
              </a:cxn>
              <a:cxn ang="T8">
                <a:pos x="T4" y="T5"/>
              </a:cxn>
            </a:cxnLst>
            <a:rect l="T9" t="T10" r="T11" b="T12"/>
            <a:pathLst>
              <a:path w="564" h="204">
                <a:moveTo>
                  <a:pt x="563" y="203"/>
                </a:moveTo>
                <a:lnTo>
                  <a:pt x="563" y="0"/>
                </a:lnTo>
                <a:lnTo>
                  <a:pt x="0" y="0"/>
                </a:lnTo>
              </a:path>
            </a:pathLst>
          </a:custGeom>
          <a:noFill/>
          <a:ln w="28575" cap="rnd">
            <a:solidFill>
              <a:schemeClr val="hlink"/>
            </a:solidFill>
            <a:round/>
            <a:headEnd type="none" w="sm" len="sm"/>
            <a:tailEnd type="triangle" w="sm" len="sm"/>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56335" name="Rectangle 24">
            <a:extLst>
              <a:ext uri="{FF2B5EF4-FFF2-40B4-BE49-F238E27FC236}">
                <a16:creationId xmlns:a16="http://schemas.microsoft.com/office/drawing/2014/main" id="{4F693296-A7DE-7680-1203-4BD8959F5D46}"/>
              </a:ext>
            </a:extLst>
          </p:cNvPr>
          <p:cNvSpPr>
            <a:spLocks noChangeArrowheads="1"/>
          </p:cNvSpPr>
          <p:nvPr/>
        </p:nvSpPr>
        <p:spPr bwMode="auto">
          <a:xfrm>
            <a:off x="5153025" y="5678488"/>
            <a:ext cx="20955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rgbClr val="000000"/>
              </a:buClr>
              <a:buFont typeface="Arial" panose="020B0604020202020204" pitchFamily="34" charset="0"/>
              <a:buChar char="•"/>
              <a:defRPr sz="2200" b="1">
                <a:solidFill>
                  <a:schemeClr val="tx1"/>
                </a:solidFill>
                <a:latin typeface="Arial" panose="020B0604020202020204" pitchFamily="34" charset="0"/>
              </a:defRPr>
            </a:lvl1pPr>
            <a:lvl2pPr marL="742950" indent="-285750">
              <a:spcBef>
                <a:spcPct val="20000"/>
              </a:spcBef>
              <a:buClr>
                <a:srgbClr val="FF0000"/>
              </a:buClr>
              <a:buFont typeface="Arial" panose="020B0604020202020204" pitchFamily="34" charset="0"/>
              <a:buChar char="•"/>
              <a:defRPr sz="2200" b="1">
                <a:solidFill>
                  <a:schemeClr val="tx1"/>
                </a:solidFill>
                <a:latin typeface="Arial" panose="020B0604020202020204" pitchFamily="34" charset="0"/>
              </a:defRPr>
            </a:lvl2pPr>
            <a:lvl3pPr marL="1143000" indent="-228600">
              <a:spcBef>
                <a:spcPct val="20000"/>
              </a:spcBef>
              <a:buClr>
                <a:srgbClr val="FF0000"/>
              </a:buClr>
              <a:buFont typeface="Arial" panose="020B0604020202020204" pitchFamily="34" charset="0"/>
              <a:buChar char="–"/>
              <a:defRPr sz="2000" b="1">
                <a:solidFill>
                  <a:schemeClr val="tx1"/>
                </a:solidFill>
                <a:latin typeface="Arial" panose="020B0604020202020204" pitchFamily="34" charset="0"/>
              </a:defRPr>
            </a:lvl3pPr>
            <a:lvl4pPr marL="1600200" indent="-228600">
              <a:spcBef>
                <a:spcPct val="20000"/>
              </a:spcBef>
              <a:buClr>
                <a:srgbClr val="000000"/>
              </a:buClr>
              <a:buFont typeface="Arial" panose="020B0604020202020204" pitchFamily="34" charset="0"/>
              <a:buChar char="–"/>
              <a:defRPr sz="2000" b="1">
                <a:solidFill>
                  <a:srgbClr val="FF0000"/>
                </a:solidFill>
                <a:latin typeface="Arial" panose="020B0604020202020204" pitchFamily="34" charset="0"/>
              </a:defRPr>
            </a:lvl4pPr>
            <a:lvl5pPr marL="2057400" indent="-228600">
              <a:spcBef>
                <a:spcPct val="20000"/>
              </a:spcBef>
              <a:buClr>
                <a:srgbClr val="000000"/>
              </a:buClr>
              <a:buFont typeface="Arial" panose="020B0604020202020204" pitchFamily="34" charset="0"/>
              <a:buChar char="»"/>
              <a:defRPr sz="20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0000"/>
              </a:buClr>
              <a:buFont typeface="Arial" panose="020B0604020202020204" pitchFamily="34" charset="0"/>
              <a:buChar char="»"/>
              <a:defRPr sz="20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0000"/>
              </a:buClr>
              <a:buFont typeface="Arial" panose="020B0604020202020204" pitchFamily="34" charset="0"/>
              <a:buChar char="»"/>
              <a:defRPr sz="20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0000"/>
              </a:buClr>
              <a:buFont typeface="Arial" panose="020B0604020202020204" pitchFamily="34" charset="0"/>
              <a:buChar char="»"/>
              <a:defRPr sz="20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0000"/>
              </a:buClr>
              <a:buFont typeface="Arial" panose="020B0604020202020204" pitchFamily="34" charset="0"/>
              <a:buChar char="»"/>
              <a:defRPr sz="2000" b="1">
                <a:solidFill>
                  <a:schemeClr val="tx1"/>
                </a:solidFill>
                <a:latin typeface="Arial" panose="020B0604020202020204" pitchFamily="34" charset="0"/>
              </a:defRPr>
            </a:lvl9pPr>
          </a:lstStyle>
          <a:p>
            <a:pPr algn="ctr">
              <a:spcBef>
                <a:spcPct val="0"/>
              </a:spcBef>
              <a:buClrTx/>
              <a:buFontTx/>
              <a:buNone/>
            </a:pPr>
            <a:r>
              <a:rPr lang="en-US" altLang="en-US" sz="1800">
                <a:latin typeface="Courier New" panose="02070309020205020404" pitchFamily="49" charset="0"/>
              </a:rPr>
              <a:t>ROLLBACK </a:t>
            </a:r>
          </a:p>
          <a:p>
            <a:pPr algn="ctr">
              <a:spcBef>
                <a:spcPct val="0"/>
              </a:spcBef>
              <a:buClrTx/>
              <a:buFontTx/>
              <a:buNone/>
            </a:pPr>
            <a:r>
              <a:rPr lang="en-US" altLang="en-US" sz="1800">
                <a:latin typeface="Courier New" panose="02070309020205020404" pitchFamily="49" charset="0"/>
              </a:rPr>
              <a:t>to SAVEPOINT A</a:t>
            </a:r>
          </a:p>
        </p:txBody>
      </p:sp>
      <p:sp>
        <p:nvSpPr>
          <p:cNvPr id="56336" name="Freeform 25">
            <a:extLst>
              <a:ext uri="{FF2B5EF4-FFF2-40B4-BE49-F238E27FC236}">
                <a16:creationId xmlns:a16="http://schemas.microsoft.com/office/drawing/2014/main" id="{1EC8FC65-2354-E316-5221-0B2077CE64A4}"/>
              </a:ext>
            </a:extLst>
          </p:cNvPr>
          <p:cNvSpPr>
            <a:spLocks/>
          </p:cNvSpPr>
          <p:nvPr/>
        </p:nvSpPr>
        <p:spPr bwMode="auto">
          <a:xfrm>
            <a:off x="3121025" y="3178175"/>
            <a:ext cx="2994025" cy="2514600"/>
          </a:xfrm>
          <a:custGeom>
            <a:avLst/>
            <a:gdLst>
              <a:gd name="T0" fmla="*/ 2147483646 w 1832"/>
              <a:gd name="T1" fmla="*/ 2147483646 h 1488"/>
              <a:gd name="T2" fmla="*/ 2147483646 w 1832"/>
              <a:gd name="T3" fmla="*/ 0 h 1488"/>
              <a:gd name="T4" fmla="*/ 0 w 1832"/>
              <a:gd name="T5" fmla="*/ 0 h 1488"/>
              <a:gd name="T6" fmla="*/ 0 60000 65536"/>
              <a:gd name="T7" fmla="*/ 0 60000 65536"/>
              <a:gd name="T8" fmla="*/ 0 60000 65536"/>
              <a:gd name="T9" fmla="*/ 0 w 1832"/>
              <a:gd name="T10" fmla="*/ 0 h 1488"/>
              <a:gd name="T11" fmla="*/ 1832 w 1832"/>
              <a:gd name="T12" fmla="*/ 1488 h 1488"/>
            </a:gdLst>
            <a:ahLst/>
            <a:cxnLst>
              <a:cxn ang="T6">
                <a:pos x="T0" y="T1"/>
              </a:cxn>
              <a:cxn ang="T7">
                <a:pos x="T2" y="T3"/>
              </a:cxn>
              <a:cxn ang="T8">
                <a:pos x="T4" y="T5"/>
              </a:cxn>
            </a:cxnLst>
            <a:rect l="T9" t="T10" r="T11" b="T12"/>
            <a:pathLst>
              <a:path w="1832" h="1488">
                <a:moveTo>
                  <a:pt x="1831" y="1487"/>
                </a:moveTo>
                <a:lnTo>
                  <a:pt x="1831" y="0"/>
                </a:lnTo>
                <a:lnTo>
                  <a:pt x="0" y="0"/>
                </a:lnTo>
              </a:path>
            </a:pathLst>
          </a:custGeom>
          <a:noFill/>
          <a:ln w="28575" cap="rnd">
            <a:solidFill>
              <a:schemeClr val="hlink"/>
            </a:solidFill>
            <a:round/>
            <a:headEnd type="none" w="sm" len="sm"/>
            <a:tailEnd type="triangle" w="sm" len="sm"/>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56337" name="Rectangle 26">
            <a:extLst>
              <a:ext uri="{FF2B5EF4-FFF2-40B4-BE49-F238E27FC236}">
                <a16:creationId xmlns:a16="http://schemas.microsoft.com/office/drawing/2014/main" id="{07983ED8-44C8-9F53-7182-558B4F40C0B3}"/>
              </a:ext>
            </a:extLst>
          </p:cNvPr>
          <p:cNvSpPr>
            <a:spLocks noChangeArrowheads="1"/>
          </p:cNvSpPr>
          <p:nvPr/>
        </p:nvSpPr>
        <p:spPr bwMode="auto">
          <a:xfrm>
            <a:off x="7297738" y="5678488"/>
            <a:ext cx="12763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rgbClr val="000000"/>
              </a:buClr>
              <a:buFont typeface="Arial" panose="020B0604020202020204" pitchFamily="34" charset="0"/>
              <a:buChar char="•"/>
              <a:defRPr sz="2200" b="1">
                <a:solidFill>
                  <a:schemeClr val="tx1"/>
                </a:solidFill>
                <a:latin typeface="Arial" panose="020B0604020202020204" pitchFamily="34" charset="0"/>
              </a:defRPr>
            </a:lvl1pPr>
            <a:lvl2pPr marL="742950" indent="-285750">
              <a:spcBef>
                <a:spcPct val="20000"/>
              </a:spcBef>
              <a:buClr>
                <a:srgbClr val="FF0000"/>
              </a:buClr>
              <a:buFont typeface="Arial" panose="020B0604020202020204" pitchFamily="34" charset="0"/>
              <a:buChar char="•"/>
              <a:defRPr sz="2200" b="1">
                <a:solidFill>
                  <a:schemeClr val="tx1"/>
                </a:solidFill>
                <a:latin typeface="Arial" panose="020B0604020202020204" pitchFamily="34" charset="0"/>
              </a:defRPr>
            </a:lvl2pPr>
            <a:lvl3pPr marL="1143000" indent="-228600">
              <a:spcBef>
                <a:spcPct val="20000"/>
              </a:spcBef>
              <a:buClr>
                <a:srgbClr val="FF0000"/>
              </a:buClr>
              <a:buFont typeface="Arial" panose="020B0604020202020204" pitchFamily="34" charset="0"/>
              <a:buChar char="–"/>
              <a:defRPr sz="2000" b="1">
                <a:solidFill>
                  <a:schemeClr val="tx1"/>
                </a:solidFill>
                <a:latin typeface="Arial" panose="020B0604020202020204" pitchFamily="34" charset="0"/>
              </a:defRPr>
            </a:lvl3pPr>
            <a:lvl4pPr marL="1600200" indent="-228600">
              <a:spcBef>
                <a:spcPct val="20000"/>
              </a:spcBef>
              <a:buClr>
                <a:srgbClr val="000000"/>
              </a:buClr>
              <a:buFont typeface="Arial" panose="020B0604020202020204" pitchFamily="34" charset="0"/>
              <a:buChar char="–"/>
              <a:defRPr sz="2000" b="1">
                <a:solidFill>
                  <a:srgbClr val="FF0000"/>
                </a:solidFill>
                <a:latin typeface="Arial" panose="020B0604020202020204" pitchFamily="34" charset="0"/>
              </a:defRPr>
            </a:lvl4pPr>
            <a:lvl5pPr marL="2057400" indent="-228600">
              <a:spcBef>
                <a:spcPct val="20000"/>
              </a:spcBef>
              <a:buClr>
                <a:srgbClr val="000000"/>
              </a:buClr>
              <a:buFont typeface="Arial" panose="020B0604020202020204" pitchFamily="34" charset="0"/>
              <a:buChar char="»"/>
              <a:defRPr sz="20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0000"/>
              </a:buClr>
              <a:buFont typeface="Arial" panose="020B0604020202020204" pitchFamily="34" charset="0"/>
              <a:buChar char="»"/>
              <a:defRPr sz="20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0000"/>
              </a:buClr>
              <a:buFont typeface="Arial" panose="020B0604020202020204" pitchFamily="34" charset="0"/>
              <a:buChar char="»"/>
              <a:defRPr sz="20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0000"/>
              </a:buClr>
              <a:buFont typeface="Arial" panose="020B0604020202020204" pitchFamily="34" charset="0"/>
              <a:buChar char="»"/>
              <a:defRPr sz="20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0000"/>
              </a:buClr>
              <a:buFont typeface="Arial" panose="020B0604020202020204" pitchFamily="34" charset="0"/>
              <a:buChar char="»"/>
              <a:defRPr sz="2000" b="1">
                <a:solidFill>
                  <a:schemeClr val="tx1"/>
                </a:solidFill>
                <a:latin typeface="Arial" panose="020B0604020202020204" pitchFamily="34" charset="0"/>
              </a:defRPr>
            </a:lvl9pPr>
          </a:lstStyle>
          <a:p>
            <a:pPr>
              <a:spcBef>
                <a:spcPct val="0"/>
              </a:spcBef>
              <a:buClrTx/>
              <a:buFontTx/>
              <a:buNone/>
            </a:pPr>
            <a:r>
              <a:rPr lang="en-US" altLang="en-US" sz="1800">
                <a:latin typeface="Courier New" panose="02070309020205020404" pitchFamily="49" charset="0"/>
              </a:rPr>
              <a:t>ROLLBACK</a:t>
            </a:r>
          </a:p>
        </p:txBody>
      </p:sp>
      <p:sp>
        <p:nvSpPr>
          <p:cNvPr id="56338" name="Freeform 27">
            <a:extLst>
              <a:ext uri="{FF2B5EF4-FFF2-40B4-BE49-F238E27FC236}">
                <a16:creationId xmlns:a16="http://schemas.microsoft.com/office/drawing/2014/main" id="{27907505-8921-E775-D4B7-B10836F48B62}"/>
              </a:ext>
            </a:extLst>
          </p:cNvPr>
          <p:cNvSpPr>
            <a:spLocks/>
          </p:cNvSpPr>
          <p:nvPr/>
        </p:nvSpPr>
        <p:spPr bwMode="auto">
          <a:xfrm>
            <a:off x="3121025" y="1978025"/>
            <a:ext cx="4776788" cy="3759200"/>
          </a:xfrm>
          <a:custGeom>
            <a:avLst/>
            <a:gdLst>
              <a:gd name="T0" fmla="*/ 2147483646 w 3135"/>
              <a:gd name="T1" fmla="*/ 2147483646 h 2446"/>
              <a:gd name="T2" fmla="*/ 2147483646 w 3135"/>
              <a:gd name="T3" fmla="*/ 0 h 2446"/>
              <a:gd name="T4" fmla="*/ 0 w 3135"/>
              <a:gd name="T5" fmla="*/ 0 h 2446"/>
              <a:gd name="T6" fmla="*/ 0 60000 65536"/>
              <a:gd name="T7" fmla="*/ 0 60000 65536"/>
              <a:gd name="T8" fmla="*/ 0 60000 65536"/>
              <a:gd name="T9" fmla="*/ 0 w 3135"/>
              <a:gd name="T10" fmla="*/ 0 h 2446"/>
              <a:gd name="T11" fmla="*/ 3135 w 3135"/>
              <a:gd name="T12" fmla="*/ 2446 h 2446"/>
            </a:gdLst>
            <a:ahLst/>
            <a:cxnLst>
              <a:cxn ang="T6">
                <a:pos x="T0" y="T1"/>
              </a:cxn>
              <a:cxn ang="T7">
                <a:pos x="T2" y="T3"/>
              </a:cxn>
              <a:cxn ang="T8">
                <a:pos x="T4" y="T5"/>
              </a:cxn>
            </a:cxnLst>
            <a:rect l="T9" t="T10" r="T11" b="T12"/>
            <a:pathLst>
              <a:path w="3135" h="2446">
                <a:moveTo>
                  <a:pt x="3134" y="2445"/>
                </a:moveTo>
                <a:lnTo>
                  <a:pt x="3134" y="0"/>
                </a:lnTo>
                <a:lnTo>
                  <a:pt x="0" y="0"/>
                </a:lnTo>
              </a:path>
            </a:pathLst>
          </a:custGeom>
          <a:noFill/>
          <a:ln w="28575" cap="rnd">
            <a:solidFill>
              <a:schemeClr val="hlink"/>
            </a:solidFill>
            <a:round/>
            <a:headEnd type="none" w="sm" len="sm"/>
            <a:tailEnd type="triangle" w="sm" len="sm"/>
          </a:ln>
          <a:extLst>
            <a:ext uri="{909E8E84-426E-40DD-AFC4-6F175D3DCCD1}">
              <a14:hiddenFill xmlns:a14="http://schemas.microsoft.com/office/drawing/2010/main">
                <a:solidFill>
                  <a:srgbClr val="FFFFFF"/>
                </a:solidFill>
              </a14:hiddenFill>
            </a:ext>
          </a:extLst>
        </p:spPr>
        <p:txBody>
          <a:bodyPr/>
          <a:lstStyle/>
          <a:p>
            <a:endParaRPr lang="en-IN"/>
          </a:p>
        </p:txBody>
      </p:sp>
    </p:spTree>
    <p:extLst>
      <p:ext uri="{BB962C8B-B14F-4D97-AF65-F5344CB8AC3E}">
        <p14:creationId xmlns:p14="http://schemas.microsoft.com/office/powerpoint/2010/main" val="1776106506"/>
      </p:ext>
    </p:extLst>
  </p:cSld>
  <p:clrMapOvr>
    <a:masterClrMapping/>
  </p:clrMapOvr>
  <p:transition spd="slow"/>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10">
            <a:extLst>
              <a:ext uri="{FF2B5EF4-FFF2-40B4-BE49-F238E27FC236}">
                <a16:creationId xmlns:a16="http://schemas.microsoft.com/office/drawing/2014/main" id="{FFD9AE11-40FD-EC67-3D92-8E44D9A626EA}"/>
              </a:ext>
            </a:extLst>
          </p:cNvPr>
          <p:cNvSpPr>
            <a:spLocks noChangeArrowheads="1"/>
          </p:cNvSpPr>
          <p:nvPr/>
        </p:nvSpPr>
        <p:spPr bwMode="blackGray">
          <a:xfrm>
            <a:off x="838200" y="3390900"/>
            <a:ext cx="7305675" cy="1712913"/>
          </a:xfrm>
          <a:prstGeom prst="rect">
            <a:avLst/>
          </a:prstGeom>
          <a:solidFill>
            <a:schemeClr val="accent1"/>
          </a:solidFill>
          <a:ln w="28575">
            <a:solidFill>
              <a:srgbClr val="000000"/>
            </a:solidFill>
            <a:miter lim="800000"/>
            <a:headEnd/>
            <a:tailEnd/>
          </a:ln>
        </p:spPr>
        <p:txBody>
          <a:bodyPr lIns="92075" tIns="46038" rIns="92075" bIns="46038"/>
          <a:lstStyle>
            <a:lvl1pPr>
              <a:spcBef>
                <a:spcPct val="20000"/>
              </a:spcBef>
              <a:buClr>
                <a:srgbClr val="000000"/>
              </a:buClr>
              <a:buFont typeface="Arial" panose="020B0604020202020204" pitchFamily="34" charset="0"/>
              <a:buChar char="•"/>
              <a:tabLst>
                <a:tab pos="1200150" algn="l"/>
              </a:tabLst>
              <a:defRPr sz="2200" b="1">
                <a:solidFill>
                  <a:schemeClr val="tx1"/>
                </a:solidFill>
                <a:latin typeface="Arial" panose="020B0604020202020204" pitchFamily="34" charset="0"/>
              </a:defRPr>
            </a:lvl1pPr>
            <a:lvl2pPr marL="742950" indent="-285750">
              <a:spcBef>
                <a:spcPct val="20000"/>
              </a:spcBef>
              <a:buClr>
                <a:srgbClr val="FF0000"/>
              </a:buClr>
              <a:buFont typeface="Arial" panose="020B0604020202020204" pitchFamily="34" charset="0"/>
              <a:buChar char="•"/>
              <a:tabLst>
                <a:tab pos="1200150" algn="l"/>
              </a:tabLst>
              <a:defRPr sz="2200" b="1">
                <a:solidFill>
                  <a:schemeClr val="tx1"/>
                </a:solidFill>
                <a:latin typeface="Arial" panose="020B0604020202020204" pitchFamily="34" charset="0"/>
              </a:defRPr>
            </a:lvl2pPr>
            <a:lvl3pPr marL="1143000" indent="-228600">
              <a:spcBef>
                <a:spcPct val="20000"/>
              </a:spcBef>
              <a:buClr>
                <a:srgbClr val="FF0000"/>
              </a:buClr>
              <a:buFont typeface="Arial" panose="020B0604020202020204" pitchFamily="34" charset="0"/>
              <a:buChar char="–"/>
              <a:tabLst>
                <a:tab pos="1200150" algn="l"/>
              </a:tabLst>
              <a:defRPr sz="2000" b="1">
                <a:solidFill>
                  <a:schemeClr val="tx1"/>
                </a:solidFill>
                <a:latin typeface="Arial" panose="020B0604020202020204" pitchFamily="34" charset="0"/>
              </a:defRPr>
            </a:lvl3pPr>
            <a:lvl4pPr marL="1600200" indent="-228600">
              <a:spcBef>
                <a:spcPct val="20000"/>
              </a:spcBef>
              <a:buClr>
                <a:srgbClr val="000000"/>
              </a:buClr>
              <a:buFont typeface="Arial" panose="020B0604020202020204" pitchFamily="34" charset="0"/>
              <a:buChar char="–"/>
              <a:tabLst>
                <a:tab pos="1200150" algn="l"/>
              </a:tabLst>
              <a:defRPr sz="2000" b="1">
                <a:solidFill>
                  <a:srgbClr val="FF0000"/>
                </a:solidFill>
                <a:latin typeface="Arial" panose="020B0604020202020204" pitchFamily="34" charset="0"/>
              </a:defRPr>
            </a:lvl4pPr>
            <a:lvl5pPr marL="2057400" indent="-228600">
              <a:spcBef>
                <a:spcPct val="20000"/>
              </a:spcBef>
              <a:buClr>
                <a:srgbClr val="000000"/>
              </a:buClr>
              <a:buFont typeface="Arial" panose="020B0604020202020204" pitchFamily="34" charset="0"/>
              <a:buChar char="»"/>
              <a:tabLst>
                <a:tab pos="1200150" algn="l"/>
              </a:tabLst>
              <a:defRPr sz="20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0000"/>
              </a:buClr>
              <a:buFont typeface="Arial" panose="020B0604020202020204" pitchFamily="34" charset="0"/>
              <a:buChar char="»"/>
              <a:tabLst>
                <a:tab pos="1200150" algn="l"/>
              </a:tabLst>
              <a:defRPr sz="20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0000"/>
              </a:buClr>
              <a:buFont typeface="Arial" panose="020B0604020202020204" pitchFamily="34" charset="0"/>
              <a:buChar char="»"/>
              <a:tabLst>
                <a:tab pos="1200150" algn="l"/>
              </a:tabLst>
              <a:defRPr sz="20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0000"/>
              </a:buClr>
              <a:buFont typeface="Arial" panose="020B0604020202020204" pitchFamily="34" charset="0"/>
              <a:buChar char="»"/>
              <a:tabLst>
                <a:tab pos="1200150" algn="l"/>
              </a:tabLst>
              <a:defRPr sz="20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0000"/>
              </a:buClr>
              <a:buFont typeface="Arial" panose="020B0604020202020204" pitchFamily="34" charset="0"/>
              <a:buChar char="»"/>
              <a:tabLst>
                <a:tab pos="1200150" algn="l"/>
              </a:tabLst>
              <a:defRPr sz="2000" b="1">
                <a:solidFill>
                  <a:schemeClr val="tx1"/>
                </a:solidFill>
                <a:latin typeface="Arial" panose="020B0604020202020204" pitchFamily="34" charset="0"/>
              </a:defRPr>
            </a:lvl9pPr>
          </a:lstStyle>
          <a:p>
            <a:pPr>
              <a:spcBef>
                <a:spcPct val="0"/>
              </a:spcBef>
              <a:buClrTx/>
              <a:buFontTx/>
              <a:buNone/>
            </a:pPr>
            <a:r>
              <a:rPr lang="en-US" altLang="en-US" sz="1800">
                <a:solidFill>
                  <a:srgbClr val="000000"/>
                </a:solidFill>
                <a:latin typeface="Courier New" panose="02070309020205020404" pitchFamily="49" charset="0"/>
              </a:rPr>
              <a:t>UPDATE...</a:t>
            </a:r>
          </a:p>
          <a:p>
            <a:pPr>
              <a:spcBef>
                <a:spcPct val="0"/>
              </a:spcBef>
              <a:buClrTx/>
              <a:buFontTx/>
              <a:buNone/>
            </a:pPr>
            <a:r>
              <a:rPr lang="en-US" altLang="en-US" sz="1800">
                <a:solidFill>
                  <a:srgbClr val="000000"/>
                </a:solidFill>
                <a:latin typeface="Courier New" panose="02070309020205020404" pitchFamily="49" charset="0"/>
              </a:rPr>
              <a:t>SAVEPOINT update_done;</a:t>
            </a:r>
          </a:p>
          <a:p>
            <a:pPr>
              <a:spcBef>
                <a:spcPct val="0"/>
              </a:spcBef>
              <a:buClrTx/>
              <a:buFontTx/>
              <a:buNone/>
            </a:pPr>
            <a:r>
              <a:rPr lang="en-US" altLang="en-US" sz="1800">
                <a:solidFill>
                  <a:srgbClr val="FF3300"/>
                </a:solidFill>
                <a:latin typeface="Courier New" panose="02070309020205020404" pitchFamily="49" charset="0"/>
              </a:rPr>
              <a:t>Savepoint created.</a:t>
            </a:r>
            <a:endParaRPr lang="en-US" altLang="en-US" sz="1800">
              <a:solidFill>
                <a:srgbClr val="000000"/>
              </a:solidFill>
              <a:latin typeface="Courier New" panose="02070309020205020404" pitchFamily="49" charset="0"/>
            </a:endParaRPr>
          </a:p>
          <a:p>
            <a:pPr>
              <a:spcBef>
                <a:spcPct val="0"/>
              </a:spcBef>
              <a:buClrTx/>
              <a:buFontTx/>
              <a:buNone/>
            </a:pPr>
            <a:r>
              <a:rPr lang="en-US" altLang="en-US" sz="1800">
                <a:solidFill>
                  <a:srgbClr val="000000"/>
                </a:solidFill>
                <a:latin typeface="Courier New" panose="02070309020205020404" pitchFamily="49" charset="0"/>
              </a:rPr>
              <a:t>INSERT...</a:t>
            </a:r>
          </a:p>
          <a:p>
            <a:pPr>
              <a:spcBef>
                <a:spcPct val="0"/>
              </a:spcBef>
              <a:buClrTx/>
              <a:buFontTx/>
              <a:buNone/>
            </a:pPr>
            <a:r>
              <a:rPr lang="en-US" altLang="en-US" sz="1800">
                <a:solidFill>
                  <a:srgbClr val="000000"/>
                </a:solidFill>
                <a:latin typeface="Courier New" panose="02070309020205020404" pitchFamily="49" charset="0"/>
              </a:rPr>
              <a:t>ROLLBACK TO update_done;</a:t>
            </a:r>
          </a:p>
          <a:p>
            <a:pPr>
              <a:spcBef>
                <a:spcPct val="0"/>
              </a:spcBef>
              <a:buClrTx/>
              <a:buFontTx/>
              <a:buNone/>
            </a:pPr>
            <a:r>
              <a:rPr lang="en-US" altLang="en-US" sz="1800">
                <a:solidFill>
                  <a:srgbClr val="FF3300"/>
                </a:solidFill>
                <a:latin typeface="Courier New" panose="02070309020205020404" pitchFamily="49" charset="0"/>
              </a:rPr>
              <a:t>Rollback complete.</a:t>
            </a:r>
          </a:p>
        </p:txBody>
      </p:sp>
      <p:sp>
        <p:nvSpPr>
          <p:cNvPr id="58371" name="Rectangle 8">
            <a:extLst>
              <a:ext uri="{FF2B5EF4-FFF2-40B4-BE49-F238E27FC236}">
                <a16:creationId xmlns:a16="http://schemas.microsoft.com/office/drawing/2014/main" id="{FFE31345-C9F7-32C2-1677-F569B1881BEB}"/>
              </a:ext>
            </a:extLst>
          </p:cNvPr>
          <p:cNvSpPr>
            <a:spLocks noGrp="1" noChangeArrowheads="1"/>
          </p:cNvSpPr>
          <p:nvPr>
            <p:ph type="title"/>
          </p:nvPr>
        </p:nvSpPr>
        <p:spPr/>
        <p:txBody>
          <a:bodyPr/>
          <a:lstStyle/>
          <a:p>
            <a:pPr eaLnBrk="1" hangingPunct="1"/>
            <a:r>
              <a:rPr lang="en-US" altLang="en-US"/>
              <a:t>Rolling Back Changes to a Marker</a:t>
            </a:r>
          </a:p>
        </p:txBody>
      </p:sp>
      <p:sp>
        <p:nvSpPr>
          <p:cNvPr id="58372" name="Rectangle 9">
            <a:extLst>
              <a:ext uri="{FF2B5EF4-FFF2-40B4-BE49-F238E27FC236}">
                <a16:creationId xmlns:a16="http://schemas.microsoft.com/office/drawing/2014/main" id="{9472C703-7F2D-B911-8F14-691F9A26A673}"/>
              </a:ext>
            </a:extLst>
          </p:cNvPr>
          <p:cNvSpPr>
            <a:spLocks noGrp="1" noChangeArrowheads="1"/>
          </p:cNvSpPr>
          <p:nvPr>
            <p:ph idx="1"/>
          </p:nvPr>
        </p:nvSpPr>
        <p:spPr>
          <a:xfrm>
            <a:off x="863600" y="1816100"/>
            <a:ext cx="7366000" cy="1431925"/>
          </a:xfrm>
        </p:spPr>
        <p:txBody>
          <a:bodyPr>
            <a:normAutofit fontScale="85000" lnSpcReduction="20000"/>
          </a:bodyPr>
          <a:lstStyle/>
          <a:p>
            <a:pPr lvl="1" eaLnBrk="1" hangingPunct="1"/>
            <a:r>
              <a:rPr lang="en-US" altLang="en-US"/>
              <a:t>Create a marker in a current transaction by using the </a:t>
            </a:r>
            <a:r>
              <a:rPr lang="en-US" altLang="en-US">
                <a:latin typeface="Courier New" panose="02070309020205020404" pitchFamily="49" charset="0"/>
              </a:rPr>
              <a:t>SAVEPOINT</a:t>
            </a:r>
            <a:r>
              <a:rPr lang="en-US" altLang="en-US"/>
              <a:t> statement.</a:t>
            </a:r>
          </a:p>
          <a:p>
            <a:pPr lvl="1" eaLnBrk="1" hangingPunct="1"/>
            <a:r>
              <a:rPr lang="en-US" altLang="en-US"/>
              <a:t>Roll back to that marker by using the </a:t>
            </a:r>
            <a:r>
              <a:rPr lang="en-US" altLang="en-US">
                <a:latin typeface="Courier New" panose="02070309020205020404" pitchFamily="49" charset="0"/>
              </a:rPr>
              <a:t>ROLLBACK TO</a:t>
            </a:r>
            <a:r>
              <a:rPr lang="en-US" altLang="en-US"/>
              <a:t> </a:t>
            </a:r>
            <a:r>
              <a:rPr lang="en-US" altLang="en-US">
                <a:latin typeface="Courier New" panose="02070309020205020404" pitchFamily="49" charset="0"/>
              </a:rPr>
              <a:t>SAVEPOINT</a:t>
            </a:r>
            <a:r>
              <a:rPr lang="en-US" altLang="en-US"/>
              <a:t> statement.</a:t>
            </a:r>
          </a:p>
        </p:txBody>
      </p:sp>
      <p:sp>
        <p:nvSpPr>
          <p:cNvPr id="58373" name="Rectangle 6">
            <a:extLst>
              <a:ext uri="{FF2B5EF4-FFF2-40B4-BE49-F238E27FC236}">
                <a16:creationId xmlns:a16="http://schemas.microsoft.com/office/drawing/2014/main" id="{FB02F00C-F9D2-4A37-05D1-83003F7AB774}"/>
              </a:ext>
            </a:extLst>
          </p:cNvPr>
          <p:cNvSpPr>
            <a:spLocks noChangeArrowheads="1"/>
          </p:cNvSpPr>
          <p:nvPr/>
        </p:nvSpPr>
        <p:spPr bwMode="auto">
          <a:xfrm>
            <a:off x="881063" y="3709988"/>
            <a:ext cx="2992437" cy="280987"/>
          </a:xfrm>
          <a:prstGeom prst="rect">
            <a:avLst/>
          </a:prstGeom>
          <a:noFill/>
          <a:ln w="28575">
            <a:solidFill>
              <a:schemeClr val="hlink"/>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000000"/>
              </a:buClr>
              <a:buFont typeface="Arial" panose="020B0604020202020204" pitchFamily="34" charset="0"/>
              <a:buChar char="•"/>
              <a:defRPr sz="2200" b="1">
                <a:solidFill>
                  <a:schemeClr val="tx1"/>
                </a:solidFill>
                <a:latin typeface="Arial" panose="020B0604020202020204" pitchFamily="34" charset="0"/>
              </a:defRPr>
            </a:lvl1pPr>
            <a:lvl2pPr marL="742950" indent="-285750">
              <a:spcBef>
                <a:spcPct val="20000"/>
              </a:spcBef>
              <a:buClr>
                <a:srgbClr val="FF0000"/>
              </a:buClr>
              <a:buFont typeface="Arial" panose="020B0604020202020204" pitchFamily="34" charset="0"/>
              <a:buChar char="•"/>
              <a:defRPr sz="2200" b="1">
                <a:solidFill>
                  <a:schemeClr val="tx1"/>
                </a:solidFill>
                <a:latin typeface="Arial" panose="020B0604020202020204" pitchFamily="34" charset="0"/>
              </a:defRPr>
            </a:lvl2pPr>
            <a:lvl3pPr marL="1143000" indent="-228600">
              <a:spcBef>
                <a:spcPct val="20000"/>
              </a:spcBef>
              <a:buClr>
                <a:srgbClr val="FF0000"/>
              </a:buClr>
              <a:buFont typeface="Arial" panose="020B0604020202020204" pitchFamily="34" charset="0"/>
              <a:buChar char="–"/>
              <a:defRPr sz="2000" b="1">
                <a:solidFill>
                  <a:schemeClr val="tx1"/>
                </a:solidFill>
                <a:latin typeface="Arial" panose="020B0604020202020204" pitchFamily="34" charset="0"/>
              </a:defRPr>
            </a:lvl3pPr>
            <a:lvl4pPr marL="1600200" indent="-228600">
              <a:spcBef>
                <a:spcPct val="20000"/>
              </a:spcBef>
              <a:buClr>
                <a:srgbClr val="000000"/>
              </a:buClr>
              <a:buFont typeface="Arial" panose="020B0604020202020204" pitchFamily="34" charset="0"/>
              <a:buChar char="–"/>
              <a:defRPr sz="2000" b="1">
                <a:solidFill>
                  <a:srgbClr val="FF0000"/>
                </a:solidFill>
                <a:latin typeface="Arial" panose="020B0604020202020204" pitchFamily="34" charset="0"/>
              </a:defRPr>
            </a:lvl4pPr>
            <a:lvl5pPr marL="2057400" indent="-228600">
              <a:spcBef>
                <a:spcPct val="20000"/>
              </a:spcBef>
              <a:buClr>
                <a:srgbClr val="000000"/>
              </a:buClr>
              <a:buFont typeface="Arial" panose="020B0604020202020204" pitchFamily="34" charset="0"/>
              <a:buChar char="»"/>
              <a:defRPr sz="20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0000"/>
              </a:buClr>
              <a:buFont typeface="Arial" panose="020B0604020202020204" pitchFamily="34" charset="0"/>
              <a:buChar char="»"/>
              <a:defRPr sz="20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0000"/>
              </a:buClr>
              <a:buFont typeface="Arial" panose="020B0604020202020204" pitchFamily="34" charset="0"/>
              <a:buChar char="»"/>
              <a:defRPr sz="20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0000"/>
              </a:buClr>
              <a:buFont typeface="Arial" panose="020B0604020202020204" pitchFamily="34" charset="0"/>
              <a:buChar char="»"/>
              <a:defRPr sz="20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0000"/>
              </a:buClr>
              <a:buFont typeface="Arial" panose="020B0604020202020204" pitchFamily="34" charset="0"/>
              <a:buChar char="»"/>
              <a:defRPr sz="2000" b="1">
                <a:solidFill>
                  <a:schemeClr val="tx1"/>
                </a:solidFill>
                <a:latin typeface="Arial" panose="020B0604020202020204" pitchFamily="34" charset="0"/>
              </a:defRPr>
            </a:lvl9pPr>
          </a:lstStyle>
          <a:p>
            <a:pPr algn="ctr" eaLnBrk="1" hangingPunct="1">
              <a:buClr>
                <a:srgbClr val="FF0000"/>
              </a:buClr>
              <a:buFont typeface="Arial" panose="020B0604020202020204" pitchFamily="34" charset="0"/>
              <a:buNone/>
            </a:pPr>
            <a:endParaRPr lang="en-US" altLang="en-US" sz="1800"/>
          </a:p>
        </p:txBody>
      </p:sp>
      <p:sp>
        <p:nvSpPr>
          <p:cNvPr id="58374" name="Rectangle 7">
            <a:extLst>
              <a:ext uri="{FF2B5EF4-FFF2-40B4-BE49-F238E27FC236}">
                <a16:creationId xmlns:a16="http://schemas.microsoft.com/office/drawing/2014/main" id="{9034467F-EAF4-216F-7E22-BC811347F4CF}"/>
              </a:ext>
            </a:extLst>
          </p:cNvPr>
          <p:cNvSpPr>
            <a:spLocks noChangeArrowheads="1"/>
          </p:cNvSpPr>
          <p:nvPr/>
        </p:nvSpPr>
        <p:spPr bwMode="auto">
          <a:xfrm>
            <a:off x="881063" y="4570413"/>
            <a:ext cx="3324225" cy="263525"/>
          </a:xfrm>
          <a:prstGeom prst="rect">
            <a:avLst/>
          </a:prstGeom>
          <a:noFill/>
          <a:ln w="28575">
            <a:solidFill>
              <a:schemeClr val="hlink"/>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000000"/>
              </a:buClr>
              <a:buFont typeface="Arial" panose="020B0604020202020204" pitchFamily="34" charset="0"/>
              <a:buChar char="•"/>
              <a:defRPr sz="2200" b="1">
                <a:solidFill>
                  <a:schemeClr val="tx1"/>
                </a:solidFill>
                <a:latin typeface="Arial" panose="020B0604020202020204" pitchFamily="34" charset="0"/>
              </a:defRPr>
            </a:lvl1pPr>
            <a:lvl2pPr marL="742950" indent="-285750">
              <a:spcBef>
                <a:spcPct val="20000"/>
              </a:spcBef>
              <a:buClr>
                <a:srgbClr val="FF0000"/>
              </a:buClr>
              <a:buFont typeface="Arial" panose="020B0604020202020204" pitchFamily="34" charset="0"/>
              <a:buChar char="•"/>
              <a:defRPr sz="2200" b="1">
                <a:solidFill>
                  <a:schemeClr val="tx1"/>
                </a:solidFill>
                <a:latin typeface="Arial" panose="020B0604020202020204" pitchFamily="34" charset="0"/>
              </a:defRPr>
            </a:lvl2pPr>
            <a:lvl3pPr marL="1143000" indent="-228600">
              <a:spcBef>
                <a:spcPct val="20000"/>
              </a:spcBef>
              <a:buClr>
                <a:srgbClr val="FF0000"/>
              </a:buClr>
              <a:buFont typeface="Arial" panose="020B0604020202020204" pitchFamily="34" charset="0"/>
              <a:buChar char="–"/>
              <a:defRPr sz="2000" b="1">
                <a:solidFill>
                  <a:schemeClr val="tx1"/>
                </a:solidFill>
                <a:latin typeface="Arial" panose="020B0604020202020204" pitchFamily="34" charset="0"/>
              </a:defRPr>
            </a:lvl3pPr>
            <a:lvl4pPr marL="1600200" indent="-228600">
              <a:spcBef>
                <a:spcPct val="20000"/>
              </a:spcBef>
              <a:buClr>
                <a:srgbClr val="000000"/>
              </a:buClr>
              <a:buFont typeface="Arial" panose="020B0604020202020204" pitchFamily="34" charset="0"/>
              <a:buChar char="–"/>
              <a:defRPr sz="2000" b="1">
                <a:solidFill>
                  <a:srgbClr val="FF0000"/>
                </a:solidFill>
                <a:latin typeface="Arial" panose="020B0604020202020204" pitchFamily="34" charset="0"/>
              </a:defRPr>
            </a:lvl4pPr>
            <a:lvl5pPr marL="2057400" indent="-228600">
              <a:spcBef>
                <a:spcPct val="20000"/>
              </a:spcBef>
              <a:buClr>
                <a:srgbClr val="000000"/>
              </a:buClr>
              <a:buFont typeface="Arial" panose="020B0604020202020204" pitchFamily="34" charset="0"/>
              <a:buChar char="»"/>
              <a:defRPr sz="20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0000"/>
              </a:buClr>
              <a:buFont typeface="Arial" panose="020B0604020202020204" pitchFamily="34" charset="0"/>
              <a:buChar char="»"/>
              <a:defRPr sz="20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0000"/>
              </a:buClr>
              <a:buFont typeface="Arial" panose="020B0604020202020204" pitchFamily="34" charset="0"/>
              <a:buChar char="»"/>
              <a:defRPr sz="20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0000"/>
              </a:buClr>
              <a:buFont typeface="Arial" panose="020B0604020202020204" pitchFamily="34" charset="0"/>
              <a:buChar char="»"/>
              <a:defRPr sz="20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0000"/>
              </a:buClr>
              <a:buFont typeface="Arial" panose="020B0604020202020204" pitchFamily="34" charset="0"/>
              <a:buChar char="»"/>
              <a:defRPr sz="2000" b="1">
                <a:solidFill>
                  <a:schemeClr val="tx1"/>
                </a:solidFill>
                <a:latin typeface="Arial" panose="020B0604020202020204" pitchFamily="34" charset="0"/>
              </a:defRPr>
            </a:lvl9pPr>
          </a:lstStyle>
          <a:p>
            <a:pPr algn="ctr" eaLnBrk="1" hangingPunct="1">
              <a:buClr>
                <a:srgbClr val="FF0000"/>
              </a:buClr>
              <a:buFont typeface="Arial" panose="020B0604020202020204" pitchFamily="34" charset="0"/>
              <a:buNone/>
            </a:pPr>
            <a:endParaRPr lang="en-US" altLang="en-US" sz="1800"/>
          </a:p>
        </p:txBody>
      </p:sp>
    </p:spTree>
    <p:extLst>
      <p:ext uri="{BB962C8B-B14F-4D97-AF65-F5344CB8AC3E}">
        <p14:creationId xmlns:p14="http://schemas.microsoft.com/office/powerpoint/2010/main" val="3223209661"/>
      </p:ext>
    </p:extLst>
  </p:cSld>
  <p:clrMapOvr>
    <a:masterClrMapping/>
  </p:clrMapOvr>
  <p:transition spd="slow"/>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4">
            <a:extLst>
              <a:ext uri="{FF2B5EF4-FFF2-40B4-BE49-F238E27FC236}">
                <a16:creationId xmlns:a16="http://schemas.microsoft.com/office/drawing/2014/main" id="{459006D0-AB47-EF5D-89EC-D80E4CBDEDC3}"/>
              </a:ext>
            </a:extLst>
          </p:cNvPr>
          <p:cNvSpPr>
            <a:spLocks noGrp="1" noChangeArrowheads="1"/>
          </p:cNvSpPr>
          <p:nvPr>
            <p:ph type="title"/>
          </p:nvPr>
        </p:nvSpPr>
        <p:spPr/>
        <p:txBody>
          <a:bodyPr/>
          <a:lstStyle/>
          <a:p>
            <a:pPr eaLnBrk="1" hangingPunct="1"/>
            <a:r>
              <a:rPr lang="en-US" altLang="en-US"/>
              <a:t>Implicit Transaction Processing</a:t>
            </a:r>
          </a:p>
        </p:txBody>
      </p:sp>
      <p:sp>
        <p:nvSpPr>
          <p:cNvPr id="60419" name="Rectangle 5">
            <a:extLst>
              <a:ext uri="{FF2B5EF4-FFF2-40B4-BE49-F238E27FC236}">
                <a16:creationId xmlns:a16="http://schemas.microsoft.com/office/drawing/2014/main" id="{635153EF-0DA0-1E5F-0DBF-C05DCF0726DA}"/>
              </a:ext>
            </a:extLst>
          </p:cNvPr>
          <p:cNvSpPr>
            <a:spLocks noGrp="1" noChangeArrowheads="1"/>
          </p:cNvSpPr>
          <p:nvPr>
            <p:ph idx="1"/>
          </p:nvPr>
        </p:nvSpPr>
        <p:spPr>
          <a:xfrm>
            <a:off x="863600" y="1816100"/>
            <a:ext cx="7366000" cy="2832100"/>
          </a:xfrm>
        </p:spPr>
        <p:txBody>
          <a:bodyPr>
            <a:normAutofit fontScale="85000" lnSpcReduction="10000"/>
          </a:bodyPr>
          <a:lstStyle/>
          <a:p>
            <a:pPr lvl="1" eaLnBrk="1" hangingPunct="1"/>
            <a:r>
              <a:rPr lang="en-US" altLang="en-US"/>
              <a:t>An automatic commit occurs under the following circumstances:</a:t>
            </a:r>
          </a:p>
          <a:p>
            <a:pPr lvl="2" eaLnBrk="1" hangingPunct="1"/>
            <a:r>
              <a:rPr lang="en-US" altLang="en-US"/>
              <a:t>DDL statement is issued</a:t>
            </a:r>
          </a:p>
          <a:p>
            <a:pPr lvl="2" eaLnBrk="1" hangingPunct="1"/>
            <a:r>
              <a:rPr lang="en-US" altLang="en-US"/>
              <a:t>DCL statement is issued</a:t>
            </a:r>
          </a:p>
          <a:p>
            <a:pPr lvl="2" eaLnBrk="1" hangingPunct="1"/>
            <a:r>
              <a:rPr lang="en-US" altLang="en-US"/>
              <a:t>Normal exit from </a:t>
            </a:r>
            <a:r>
              <a:rPr lang="en-US" altLang="en-US" i="1">
                <a:latin typeface="Times New Roman" panose="02020603050405020304" pitchFamily="18" charset="0"/>
              </a:rPr>
              <a:t>i</a:t>
            </a:r>
            <a:r>
              <a:rPr lang="en-US" altLang="en-US"/>
              <a:t>SQL*Plus, without explicitly issuing </a:t>
            </a:r>
            <a:r>
              <a:rPr lang="en-US" altLang="en-US">
                <a:latin typeface="Courier New" panose="02070309020205020404" pitchFamily="49" charset="0"/>
              </a:rPr>
              <a:t>COMMIT</a:t>
            </a:r>
            <a:r>
              <a:rPr lang="en-US" altLang="en-US"/>
              <a:t> or </a:t>
            </a:r>
            <a:r>
              <a:rPr lang="en-US" altLang="en-US">
                <a:latin typeface="Courier New" panose="02070309020205020404" pitchFamily="49" charset="0"/>
              </a:rPr>
              <a:t>ROLLBACK</a:t>
            </a:r>
            <a:r>
              <a:rPr lang="en-US" altLang="en-US"/>
              <a:t> statements</a:t>
            </a:r>
          </a:p>
          <a:p>
            <a:pPr lvl="1" eaLnBrk="1" hangingPunct="1"/>
            <a:r>
              <a:rPr lang="en-US" altLang="en-US"/>
              <a:t>An automatic rollback occurs under an abnormal termination of </a:t>
            </a:r>
            <a:r>
              <a:rPr lang="en-US" altLang="en-US" i="1">
                <a:latin typeface="Times New Roman" panose="02020603050405020304" pitchFamily="18" charset="0"/>
              </a:rPr>
              <a:t>i</a:t>
            </a:r>
            <a:r>
              <a:rPr lang="en-US" altLang="en-US"/>
              <a:t>SQL*Plus or a system failure.</a:t>
            </a:r>
          </a:p>
        </p:txBody>
      </p:sp>
    </p:spTree>
    <p:extLst>
      <p:ext uri="{BB962C8B-B14F-4D97-AF65-F5344CB8AC3E}">
        <p14:creationId xmlns:p14="http://schemas.microsoft.com/office/powerpoint/2010/main" val="3241838470"/>
      </p:ext>
    </p:extLst>
  </p:cSld>
  <p:clrMapOvr>
    <a:masterClrMapping/>
  </p:clrMapOvr>
  <p:transition spd="slow"/>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738928412"/>
      </p:ext>
    </p:extLst>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4">
            <a:extLst>
              <a:ext uri="{FF2B5EF4-FFF2-40B4-BE49-F238E27FC236}">
                <a16:creationId xmlns:a16="http://schemas.microsoft.com/office/drawing/2014/main" id="{383A3969-DC8D-B699-39CB-12643B344794}"/>
              </a:ext>
            </a:extLst>
          </p:cNvPr>
          <p:cNvSpPr>
            <a:spLocks noGrp="1" noChangeArrowheads="1"/>
          </p:cNvSpPr>
          <p:nvPr>
            <p:ph type="title"/>
          </p:nvPr>
        </p:nvSpPr>
        <p:spPr/>
        <p:txBody>
          <a:bodyPr>
            <a:normAutofit fontScale="90000"/>
          </a:bodyPr>
          <a:lstStyle/>
          <a:p>
            <a:pPr eaLnBrk="1" hangingPunct="1"/>
            <a:r>
              <a:rPr lang="en-US" altLang="en-US"/>
              <a:t>State of the Data </a:t>
            </a:r>
            <a:br>
              <a:rPr lang="en-US" altLang="en-US"/>
            </a:br>
            <a:r>
              <a:rPr lang="en-US" altLang="en-US"/>
              <a:t>Before </a:t>
            </a:r>
            <a:r>
              <a:rPr lang="en-US" altLang="en-US">
                <a:latin typeface="Courier New" panose="02070309020205020404" pitchFamily="49" charset="0"/>
              </a:rPr>
              <a:t>COMMIT</a:t>
            </a:r>
            <a:r>
              <a:rPr lang="en-US" altLang="en-US"/>
              <a:t> or </a:t>
            </a:r>
            <a:r>
              <a:rPr lang="en-US" altLang="en-US">
                <a:latin typeface="Courier New" panose="02070309020205020404" pitchFamily="49" charset="0"/>
              </a:rPr>
              <a:t>ROLLBACK</a:t>
            </a:r>
          </a:p>
        </p:txBody>
      </p:sp>
      <p:sp>
        <p:nvSpPr>
          <p:cNvPr id="63491" name="Rectangle 5">
            <a:extLst>
              <a:ext uri="{FF2B5EF4-FFF2-40B4-BE49-F238E27FC236}">
                <a16:creationId xmlns:a16="http://schemas.microsoft.com/office/drawing/2014/main" id="{8716EF7E-3C64-2F45-777E-520BF2205517}"/>
              </a:ext>
            </a:extLst>
          </p:cNvPr>
          <p:cNvSpPr>
            <a:spLocks noGrp="1" noChangeArrowheads="1"/>
          </p:cNvSpPr>
          <p:nvPr>
            <p:ph idx="1"/>
          </p:nvPr>
        </p:nvSpPr>
        <p:spPr>
          <a:xfrm>
            <a:off x="863600" y="1816100"/>
            <a:ext cx="7366000" cy="2570163"/>
          </a:xfrm>
        </p:spPr>
        <p:txBody>
          <a:bodyPr>
            <a:normAutofit fontScale="85000" lnSpcReduction="20000"/>
          </a:bodyPr>
          <a:lstStyle/>
          <a:p>
            <a:pPr lvl="1" eaLnBrk="1" hangingPunct="1"/>
            <a:r>
              <a:rPr lang="en-US" altLang="en-US"/>
              <a:t>The previous state of the data can be recovered.</a:t>
            </a:r>
          </a:p>
          <a:p>
            <a:pPr lvl="1" eaLnBrk="1" hangingPunct="1"/>
            <a:r>
              <a:rPr lang="en-US" altLang="en-US"/>
              <a:t>The current user can review the results of the DML operations by using the </a:t>
            </a:r>
            <a:r>
              <a:rPr lang="en-US" altLang="en-US">
                <a:latin typeface="Courier New" panose="02070309020205020404" pitchFamily="49" charset="0"/>
              </a:rPr>
              <a:t>SELECT</a:t>
            </a:r>
            <a:r>
              <a:rPr lang="en-US" altLang="en-US"/>
              <a:t> statement.</a:t>
            </a:r>
          </a:p>
          <a:p>
            <a:pPr lvl="1" eaLnBrk="1" hangingPunct="1"/>
            <a:r>
              <a:rPr lang="en-US" altLang="en-US"/>
              <a:t>Other users </a:t>
            </a:r>
            <a:r>
              <a:rPr lang="en-US" altLang="en-US" i="1"/>
              <a:t>cannot</a:t>
            </a:r>
            <a:r>
              <a:rPr lang="en-US" altLang="en-US"/>
              <a:t> view the results of the DML statements by the current user.</a:t>
            </a:r>
          </a:p>
          <a:p>
            <a:pPr lvl="1" eaLnBrk="1" hangingPunct="1"/>
            <a:r>
              <a:rPr lang="en-US" altLang="en-US"/>
              <a:t>The affected rows are </a:t>
            </a:r>
            <a:r>
              <a:rPr lang="en-US" altLang="en-US" i="1"/>
              <a:t>locked</a:t>
            </a:r>
            <a:r>
              <a:rPr lang="en-US" altLang="en-US"/>
              <a:t>; other users cannot change the data in the affected rows.</a:t>
            </a:r>
          </a:p>
        </p:txBody>
      </p:sp>
    </p:spTree>
    <p:extLst>
      <p:ext uri="{BB962C8B-B14F-4D97-AF65-F5344CB8AC3E}">
        <p14:creationId xmlns:p14="http://schemas.microsoft.com/office/powerpoint/2010/main" val="3885890232"/>
      </p:ext>
    </p:extLst>
  </p:cSld>
  <p:clrMapOvr>
    <a:masterClrMapping/>
  </p:clrMapOvr>
  <p:transition spd="slow"/>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4">
            <a:extLst>
              <a:ext uri="{FF2B5EF4-FFF2-40B4-BE49-F238E27FC236}">
                <a16:creationId xmlns:a16="http://schemas.microsoft.com/office/drawing/2014/main" id="{A1BAF4E4-095D-C475-EEB2-CF4741AB825C}"/>
              </a:ext>
            </a:extLst>
          </p:cNvPr>
          <p:cNvSpPr>
            <a:spLocks noGrp="1" noChangeArrowheads="1"/>
          </p:cNvSpPr>
          <p:nvPr>
            <p:ph type="title"/>
          </p:nvPr>
        </p:nvSpPr>
        <p:spPr>
          <a:xfrm>
            <a:off x="889000" y="552450"/>
            <a:ext cx="7315200" cy="876300"/>
          </a:xfrm>
        </p:spPr>
        <p:txBody>
          <a:bodyPr>
            <a:normAutofit fontScale="90000"/>
          </a:bodyPr>
          <a:lstStyle/>
          <a:p>
            <a:pPr eaLnBrk="1" hangingPunct="1"/>
            <a:r>
              <a:rPr lang="en-US" altLang="en-US"/>
              <a:t>State of the Data After </a:t>
            </a:r>
            <a:r>
              <a:rPr lang="en-US" altLang="en-US">
                <a:latin typeface="Courier New" panose="02070309020205020404" pitchFamily="49" charset="0"/>
              </a:rPr>
              <a:t>COMMIT</a:t>
            </a:r>
          </a:p>
        </p:txBody>
      </p:sp>
      <p:sp>
        <p:nvSpPr>
          <p:cNvPr id="65539" name="Rectangle 5">
            <a:extLst>
              <a:ext uri="{FF2B5EF4-FFF2-40B4-BE49-F238E27FC236}">
                <a16:creationId xmlns:a16="http://schemas.microsoft.com/office/drawing/2014/main" id="{3A689093-22AC-A739-44E9-3BC90EB366DB}"/>
              </a:ext>
            </a:extLst>
          </p:cNvPr>
          <p:cNvSpPr>
            <a:spLocks noGrp="1" noChangeArrowheads="1"/>
          </p:cNvSpPr>
          <p:nvPr>
            <p:ph idx="1"/>
          </p:nvPr>
        </p:nvSpPr>
        <p:spPr>
          <a:xfrm>
            <a:off x="863600" y="1816100"/>
            <a:ext cx="7366000" cy="2636838"/>
          </a:xfrm>
        </p:spPr>
        <p:txBody>
          <a:bodyPr>
            <a:normAutofit fontScale="85000" lnSpcReduction="10000"/>
          </a:bodyPr>
          <a:lstStyle/>
          <a:p>
            <a:pPr lvl="1" eaLnBrk="1" hangingPunct="1"/>
            <a:r>
              <a:rPr lang="en-US" altLang="en-US"/>
              <a:t>Data changes are made permanent in the database.</a:t>
            </a:r>
          </a:p>
          <a:p>
            <a:pPr lvl="1" eaLnBrk="1" hangingPunct="1"/>
            <a:r>
              <a:rPr lang="en-US" altLang="en-US"/>
              <a:t>The previous state of the data is permanently lost.</a:t>
            </a:r>
          </a:p>
          <a:p>
            <a:pPr lvl="1" eaLnBrk="1" hangingPunct="1"/>
            <a:r>
              <a:rPr lang="en-US" altLang="en-US"/>
              <a:t>All users can view the results.</a:t>
            </a:r>
          </a:p>
          <a:p>
            <a:pPr lvl="1" eaLnBrk="1" hangingPunct="1"/>
            <a:r>
              <a:rPr lang="en-US" altLang="en-US"/>
              <a:t>Locks on the affected rows are released; those rows are available for other users to manipulate.</a:t>
            </a:r>
          </a:p>
          <a:p>
            <a:pPr lvl="1" eaLnBrk="1" hangingPunct="1"/>
            <a:r>
              <a:rPr lang="en-US" altLang="en-US"/>
              <a:t>All savepoints are erased.</a:t>
            </a:r>
          </a:p>
        </p:txBody>
      </p:sp>
    </p:spTree>
    <p:extLst>
      <p:ext uri="{BB962C8B-B14F-4D97-AF65-F5344CB8AC3E}">
        <p14:creationId xmlns:p14="http://schemas.microsoft.com/office/powerpoint/2010/main" val="815882357"/>
      </p:ext>
    </p:extLst>
  </p:cSld>
  <p:clrMapOvr>
    <a:masterClrMapping/>
  </p:clrMapOvr>
  <p:transition spd="slow"/>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10">
            <a:extLst>
              <a:ext uri="{FF2B5EF4-FFF2-40B4-BE49-F238E27FC236}">
                <a16:creationId xmlns:a16="http://schemas.microsoft.com/office/drawing/2014/main" id="{CDCC1A1E-2348-D084-9937-434EA7FF3505}"/>
              </a:ext>
            </a:extLst>
          </p:cNvPr>
          <p:cNvSpPr>
            <a:spLocks noChangeArrowheads="1"/>
          </p:cNvSpPr>
          <p:nvPr/>
        </p:nvSpPr>
        <p:spPr bwMode="blackGray">
          <a:xfrm>
            <a:off x="838200" y="4805363"/>
            <a:ext cx="7305675" cy="728662"/>
          </a:xfrm>
          <a:prstGeom prst="rect">
            <a:avLst/>
          </a:prstGeom>
          <a:solidFill>
            <a:schemeClr val="accent1"/>
          </a:solidFill>
          <a:ln w="28575">
            <a:solidFill>
              <a:srgbClr val="000000"/>
            </a:solidFill>
            <a:miter lim="800000"/>
            <a:headEnd/>
            <a:tailEnd/>
          </a:ln>
        </p:spPr>
        <p:txBody>
          <a:bodyPr wrap="none" lIns="92075" tIns="46038" rIns="92075" bIns="46038" anchor="ctr"/>
          <a:lstStyle>
            <a:lvl1pPr>
              <a:spcBef>
                <a:spcPct val="20000"/>
              </a:spcBef>
              <a:buClr>
                <a:srgbClr val="000000"/>
              </a:buClr>
              <a:buFont typeface="Arial" panose="020B0604020202020204" pitchFamily="34" charset="0"/>
              <a:buChar char="•"/>
              <a:tabLst>
                <a:tab pos="1824038" algn="l"/>
                <a:tab pos="2735263" algn="l"/>
                <a:tab pos="3648075" algn="l"/>
                <a:tab pos="5026025" algn="l"/>
              </a:tabLst>
              <a:defRPr sz="2200" b="1">
                <a:solidFill>
                  <a:schemeClr val="tx1"/>
                </a:solidFill>
                <a:latin typeface="Arial" panose="020B0604020202020204" pitchFamily="34" charset="0"/>
              </a:defRPr>
            </a:lvl1pPr>
            <a:lvl2pPr marL="742950" indent="-285750">
              <a:spcBef>
                <a:spcPct val="20000"/>
              </a:spcBef>
              <a:buClr>
                <a:srgbClr val="FF0000"/>
              </a:buClr>
              <a:buFont typeface="Arial" panose="020B0604020202020204" pitchFamily="34" charset="0"/>
              <a:buChar char="•"/>
              <a:tabLst>
                <a:tab pos="1824038" algn="l"/>
                <a:tab pos="2735263" algn="l"/>
                <a:tab pos="3648075" algn="l"/>
                <a:tab pos="5026025" algn="l"/>
              </a:tabLst>
              <a:defRPr sz="2200" b="1">
                <a:solidFill>
                  <a:schemeClr val="tx1"/>
                </a:solidFill>
                <a:latin typeface="Arial" panose="020B0604020202020204" pitchFamily="34" charset="0"/>
              </a:defRPr>
            </a:lvl2pPr>
            <a:lvl3pPr marL="1143000" indent="-228600">
              <a:spcBef>
                <a:spcPct val="20000"/>
              </a:spcBef>
              <a:buClr>
                <a:srgbClr val="FF0000"/>
              </a:buClr>
              <a:buFont typeface="Arial" panose="020B0604020202020204" pitchFamily="34" charset="0"/>
              <a:buChar char="–"/>
              <a:tabLst>
                <a:tab pos="1824038" algn="l"/>
                <a:tab pos="2735263" algn="l"/>
                <a:tab pos="3648075" algn="l"/>
                <a:tab pos="5026025" algn="l"/>
              </a:tabLst>
              <a:defRPr sz="2000" b="1">
                <a:solidFill>
                  <a:schemeClr val="tx1"/>
                </a:solidFill>
                <a:latin typeface="Arial" panose="020B0604020202020204" pitchFamily="34" charset="0"/>
              </a:defRPr>
            </a:lvl3pPr>
            <a:lvl4pPr marL="1600200" indent="-228600">
              <a:spcBef>
                <a:spcPct val="20000"/>
              </a:spcBef>
              <a:buClr>
                <a:srgbClr val="000000"/>
              </a:buClr>
              <a:buFont typeface="Arial" panose="020B0604020202020204" pitchFamily="34" charset="0"/>
              <a:buChar char="–"/>
              <a:tabLst>
                <a:tab pos="1824038" algn="l"/>
                <a:tab pos="2735263" algn="l"/>
                <a:tab pos="3648075" algn="l"/>
                <a:tab pos="5026025" algn="l"/>
              </a:tabLst>
              <a:defRPr sz="2000" b="1">
                <a:solidFill>
                  <a:srgbClr val="FF0000"/>
                </a:solidFill>
                <a:latin typeface="Arial" panose="020B0604020202020204" pitchFamily="34" charset="0"/>
              </a:defRPr>
            </a:lvl4pPr>
            <a:lvl5pPr marL="2057400" indent="-228600">
              <a:spcBef>
                <a:spcPct val="20000"/>
              </a:spcBef>
              <a:buClr>
                <a:srgbClr val="000000"/>
              </a:buClr>
              <a:buFont typeface="Arial" panose="020B0604020202020204" pitchFamily="34" charset="0"/>
              <a:buChar char="»"/>
              <a:tabLst>
                <a:tab pos="1824038" algn="l"/>
                <a:tab pos="2735263" algn="l"/>
                <a:tab pos="3648075" algn="l"/>
                <a:tab pos="5026025" algn="l"/>
              </a:tabLst>
              <a:defRPr sz="20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0000"/>
              </a:buClr>
              <a:buFont typeface="Arial" panose="020B0604020202020204" pitchFamily="34" charset="0"/>
              <a:buChar char="»"/>
              <a:tabLst>
                <a:tab pos="1824038" algn="l"/>
                <a:tab pos="2735263" algn="l"/>
                <a:tab pos="3648075" algn="l"/>
                <a:tab pos="5026025" algn="l"/>
              </a:tabLst>
              <a:defRPr sz="20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0000"/>
              </a:buClr>
              <a:buFont typeface="Arial" panose="020B0604020202020204" pitchFamily="34" charset="0"/>
              <a:buChar char="»"/>
              <a:tabLst>
                <a:tab pos="1824038" algn="l"/>
                <a:tab pos="2735263" algn="l"/>
                <a:tab pos="3648075" algn="l"/>
                <a:tab pos="5026025" algn="l"/>
              </a:tabLst>
              <a:defRPr sz="20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0000"/>
              </a:buClr>
              <a:buFont typeface="Arial" panose="020B0604020202020204" pitchFamily="34" charset="0"/>
              <a:buChar char="»"/>
              <a:tabLst>
                <a:tab pos="1824038" algn="l"/>
                <a:tab pos="2735263" algn="l"/>
                <a:tab pos="3648075" algn="l"/>
                <a:tab pos="5026025" algn="l"/>
              </a:tabLst>
              <a:defRPr sz="20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0000"/>
              </a:buClr>
              <a:buFont typeface="Arial" panose="020B0604020202020204" pitchFamily="34" charset="0"/>
              <a:buChar char="»"/>
              <a:tabLst>
                <a:tab pos="1824038" algn="l"/>
                <a:tab pos="2735263" algn="l"/>
                <a:tab pos="3648075" algn="l"/>
                <a:tab pos="5026025" algn="l"/>
              </a:tabLst>
              <a:defRPr sz="2000" b="1">
                <a:solidFill>
                  <a:schemeClr val="tx1"/>
                </a:solidFill>
                <a:latin typeface="Arial" panose="020B0604020202020204" pitchFamily="34" charset="0"/>
              </a:defRPr>
            </a:lvl9pPr>
          </a:lstStyle>
          <a:p>
            <a:pPr>
              <a:spcBef>
                <a:spcPct val="0"/>
              </a:spcBef>
              <a:buClrTx/>
              <a:buFontTx/>
              <a:buNone/>
            </a:pPr>
            <a:r>
              <a:rPr lang="en-US" altLang="en-US" sz="1800">
                <a:solidFill>
                  <a:srgbClr val="000000"/>
                </a:solidFill>
                <a:latin typeface="Courier New" panose="02070309020205020404" pitchFamily="49" charset="0"/>
              </a:rPr>
              <a:t>COMMIT;</a:t>
            </a:r>
          </a:p>
          <a:p>
            <a:pPr>
              <a:spcBef>
                <a:spcPct val="0"/>
              </a:spcBef>
              <a:buClrTx/>
              <a:buFontTx/>
              <a:buNone/>
            </a:pPr>
            <a:r>
              <a:rPr lang="en-US" altLang="en-US" sz="1800">
                <a:solidFill>
                  <a:schemeClr val="hlink"/>
                </a:solidFill>
                <a:latin typeface="Courier New" panose="02070309020205020404" pitchFamily="49" charset="0"/>
              </a:rPr>
              <a:t>Commit complete.</a:t>
            </a:r>
          </a:p>
        </p:txBody>
      </p:sp>
      <p:sp>
        <p:nvSpPr>
          <p:cNvPr id="67587" name="Rectangle 8">
            <a:extLst>
              <a:ext uri="{FF2B5EF4-FFF2-40B4-BE49-F238E27FC236}">
                <a16:creationId xmlns:a16="http://schemas.microsoft.com/office/drawing/2014/main" id="{09E5106B-FDDA-86F1-E199-1D07752FC01E}"/>
              </a:ext>
            </a:extLst>
          </p:cNvPr>
          <p:cNvSpPr>
            <a:spLocks noGrp="1" noChangeArrowheads="1"/>
          </p:cNvSpPr>
          <p:nvPr>
            <p:ph type="title"/>
          </p:nvPr>
        </p:nvSpPr>
        <p:spPr/>
        <p:txBody>
          <a:bodyPr/>
          <a:lstStyle/>
          <a:p>
            <a:pPr eaLnBrk="1" hangingPunct="1"/>
            <a:r>
              <a:rPr lang="en-US" altLang="en-US"/>
              <a:t>Committing Data</a:t>
            </a:r>
          </a:p>
        </p:txBody>
      </p:sp>
      <p:sp>
        <p:nvSpPr>
          <p:cNvPr id="67588" name="Rectangle 9">
            <a:extLst>
              <a:ext uri="{FF2B5EF4-FFF2-40B4-BE49-F238E27FC236}">
                <a16:creationId xmlns:a16="http://schemas.microsoft.com/office/drawing/2014/main" id="{6B3A4C8E-EC3F-B58C-0A71-C459655D3ECF}"/>
              </a:ext>
            </a:extLst>
          </p:cNvPr>
          <p:cNvSpPr>
            <a:spLocks noGrp="1" noChangeArrowheads="1"/>
          </p:cNvSpPr>
          <p:nvPr>
            <p:ph idx="1"/>
          </p:nvPr>
        </p:nvSpPr>
        <p:spPr>
          <a:xfrm>
            <a:off x="863600" y="1816100"/>
            <a:ext cx="7366000" cy="2921000"/>
          </a:xfrm>
        </p:spPr>
        <p:txBody>
          <a:bodyPr>
            <a:normAutofit fontScale="85000" lnSpcReduction="20000"/>
          </a:bodyPr>
          <a:lstStyle/>
          <a:p>
            <a:pPr lvl="1" eaLnBrk="1" hangingPunct="1"/>
            <a:r>
              <a:rPr lang="en-US" altLang="en-US"/>
              <a:t>Make the changes:</a:t>
            </a:r>
          </a:p>
          <a:p>
            <a:pPr lvl="1" eaLnBrk="1" hangingPunct="1">
              <a:buFont typeface="Arial" panose="020B0604020202020204" pitchFamily="34" charset="0"/>
              <a:buNone/>
            </a:pPr>
            <a:endParaRPr lang="en-US" altLang="en-US"/>
          </a:p>
          <a:p>
            <a:pPr lvl="1" eaLnBrk="1" hangingPunct="1">
              <a:buFont typeface="Arial" panose="020B0604020202020204" pitchFamily="34" charset="0"/>
              <a:buNone/>
            </a:pPr>
            <a:endParaRPr lang="en-US" altLang="en-US"/>
          </a:p>
          <a:p>
            <a:pPr lvl="1" eaLnBrk="1" hangingPunct="1">
              <a:buFont typeface="Arial" panose="020B0604020202020204" pitchFamily="34" charset="0"/>
              <a:buNone/>
            </a:pPr>
            <a:endParaRPr lang="en-US" altLang="en-US"/>
          </a:p>
          <a:p>
            <a:pPr lvl="1" eaLnBrk="1" hangingPunct="1">
              <a:buFont typeface="Arial" panose="020B0604020202020204" pitchFamily="34" charset="0"/>
              <a:buNone/>
            </a:pPr>
            <a:endParaRPr lang="en-US" altLang="en-US"/>
          </a:p>
          <a:p>
            <a:pPr lvl="1" eaLnBrk="1" hangingPunct="1">
              <a:buFont typeface="Arial" panose="020B0604020202020204" pitchFamily="34" charset="0"/>
              <a:buNone/>
            </a:pPr>
            <a:endParaRPr lang="en-US" altLang="en-US"/>
          </a:p>
          <a:p>
            <a:pPr lvl="1" eaLnBrk="1" hangingPunct="1">
              <a:spcBef>
                <a:spcPct val="65000"/>
              </a:spcBef>
            </a:pPr>
            <a:r>
              <a:rPr lang="en-US" altLang="en-US"/>
              <a:t>Commit the changes:</a:t>
            </a:r>
          </a:p>
        </p:txBody>
      </p:sp>
      <p:sp>
        <p:nvSpPr>
          <p:cNvPr id="67589" name="Rectangle 5">
            <a:extLst>
              <a:ext uri="{FF2B5EF4-FFF2-40B4-BE49-F238E27FC236}">
                <a16:creationId xmlns:a16="http://schemas.microsoft.com/office/drawing/2014/main" id="{FC9342F3-E84B-FAD0-2BDE-B94B988C8B90}"/>
              </a:ext>
            </a:extLst>
          </p:cNvPr>
          <p:cNvSpPr>
            <a:spLocks noChangeArrowheads="1"/>
          </p:cNvSpPr>
          <p:nvPr/>
        </p:nvSpPr>
        <p:spPr bwMode="blackGray">
          <a:xfrm>
            <a:off x="815975" y="2214563"/>
            <a:ext cx="7337425" cy="2035175"/>
          </a:xfrm>
          <a:prstGeom prst="rect">
            <a:avLst/>
          </a:prstGeom>
          <a:solidFill>
            <a:schemeClr val="accent1"/>
          </a:solidFill>
          <a:ln w="28575">
            <a:solidFill>
              <a:srgbClr val="000000"/>
            </a:solidFill>
            <a:miter lim="800000"/>
            <a:headEnd/>
            <a:tailEnd/>
          </a:ln>
        </p:spPr>
        <p:txBody>
          <a:bodyPr wrap="none" lIns="92075" tIns="46038" rIns="92075" bIns="46038" anchor="ctr"/>
          <a:lstStyle>
            <a:lvl1pPr>
              <a:spcBef>
                <a:spcPct val="20000"/>
              </a:spcBef>
              <a:buClr>
                <a:srgbClr val="000000"/>
              </a:buClr>
              <a:buFont typeface="Arial" panose="020B0604020202020204" pitchFamily="34" charset="0"/>
              <a:buChar char="•"/>
              <a:tabLst>
                <a:tab pos="1824038" algn="l"/>
                <a:tab pos="2735263" algn="l"/>
                <a:tab pos="3648075" algn="l"/>
                <a:tab pos="5026025" algn="l"/>
              </a:tabLst>
              <a:defRPr sz="2200" b="1">
                <a:solidFill>
                  <a:schemeClr val="tx1"/>
                </a:solidFill>
                <a:latin typeface="Arial" panose="020B0604020202020204" pitchFamily="34" charset="0"/>
              </a:defRPr>
            </a:lvl1pPr>
            <a:lvl2pPr marL="742950" indent="-285750">
              <a:spcBef>
                <a:spcPct val="20000"/>
              </a:spcBef>
              <a:buClr>
                <a:srgbClr val="FF0000"/>
              </a:buClr>
              <a:buFont typeface="Arial" panose="020B0604020202020204" pitchFamily="34" charset="0"/>
              <a:buChar char="•"/>
              <a:tabLst>
                <a:tab pos="1824038" algn="l"/>
                <a:tab pos="2735263" algn="l"/>
                <a:tab pos="3648075" algn="l"/>
                <a:tab pos="5026025" algn="l"/>
              </a:tabLst>
              <a:defRPr sz="2200" b="1">
                <a:solidFill>
                  <a:schemeClr val="tx1"/>
                </a:solidFill>
                <a:latin typeface="Arial" panose="020B0604020202020204" pitchFamily="34" charset="0"/>
              </a:defRPr>
            </a:lvl2pPr>
            <a:lvl3pPr marL="1143000" indent="-228600">
              <a:spcBef>
                <a:spcPct val="20000"/>
              </a:spcBef>
              <a:buClr>
                <a:srgbClr val="FF0000"/>
              </a:buClr>
              <a:buFont typeface="Arial" panose="020B0604020202020204" pitchFamily="34" charset="0"/>
              <a:buChar char="–"/>
              <a:tabLst>
                <a:tab pos="1824038" algn="l"/>
                <a:tab pos="2735263" algn="l"/>
                <a:tab pos="3648075" algn="l"/>
                <a:tab pos="5026025" algn="l"/>
              </a:tabLst>
              <a:defRPr sz="2000" b="1">
                <a:solidFill>
                  <a:schemeClr val="tx1"/>
                </a:solidFill>
                <a:latin typeface="Arial" panose="020B0604020202020204" pitchFamily="34" charset="0"/>
              </a:defRPr>
            </a:lvl3pPr>
            <a:lvl4pPr marL="1600200" indent="-228600">
              <a:spcBef>
                <a:spcPct val="20000"/>
              </a:spcBef>
              <a:buClr>
                <a:srgbClr val="000000"/>
              </a:buClr>
              <a:buFont typeface="Arial" panose="020B0604020202020204" pitchFamily="34" charset="0"/>
              <a:buChar char="–"/>
              <a:tabLst>
                <a:tab pos="1824038" algn="l"/>
                <a:tab pos="2735263" algn="l"/>
                <a:tab pos="3648075" algn="l"/>
                <a:tab pos="5026025" algn="l"/>
              </a:tabLst>
              <a:defRPr sz="2000" b="1">
                <a:solidFill>
                  <a:srgbClr val="FF0000"/>
                </a:solidFill>
                <a:latin typeface="Arial" panose="020B0604020202020204" pitchFamily="34" charset="0"/>
              </a:defRPr>
            </a:lvl4pPr>
            <a:lvl5pPr marL="2057400" indent="-228600">
              <a:spcBef>
                <a:spcPct val="20000"/>
              </a:spcBef>
              <a:buClr>
                <a:srgbClr val="000000"/>
              </a:buClr>
              <a:buFont typeface="Arial" panose="020B0604020202020204" pitchFamily="34" charset="0"/>
              <a:buChar char="»"/>
              <a:tabLst>
                <a:tab pos="1824038" algn="l"/>
                <a:tab pos="2735263" algn="l"/>
                <a:tab pos="3648075" algn="l"/>
                <a:tab pos="5026025" algn="l"/>
              </a:tabLst>
              <a:defRPr sz="20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0000"/>
              </a:buClr>
              <a:buFont typeface="Arial" panose="020B0604020202020204" pitchFamily="34" charset="0"/>
              <a:buChar char="»"/>
              <a:tabLst>
                <a:tab pos="1824038" algn="l"/>
                <a:tab pos="2735263" algn="l"/>
                <a:tab pos="3648075" algn="l"/>
                <a:tab pos="5026025" algn="l"/>
              </a:tabLst>
              <a:defRPr sz="20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0000"/>
              </a:buClr>
              <a:buFont typeface="Arial" panose="020B0604020202020204" pitchFamily="34" charset="0"/>
              <a:buChar char="»"/>
              <a:tabLst>
                <a:tab pos="1824038" algn="l"/>
                <a:tab pos="2735263" algn="l"/>
                <a:tab pos="3648075" algn="l"/>
                <a:tab pos="5026025" algn="l"/>
              </a:tabLst>
              <a:defRPr sz="20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0000"/>
              </a:buClr>
              <a:buFont typeface="Arial" panose="020B0604020202020204" pitchFamily="34" charset="0"/>
              <a:buChar char="»"/>
              <a:tabLst>
                <a:tab pos="1824038" algn="l"/>
                <a:tab pos="2735263" algn="l"/>
                <a:tab pos="3648075" algn="l"/>
                <a:tab pos="5026025" algn="l"/>
              </a:tabLst>
              <a:defRPr sz="20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0000"/>
              </a:buClr>
              <a:buFont typeface="Arial" panose="020B0604020202020204" pitchFamily="34" charset="0"/>
              <a:buChar char="»"/>
              <a:tabLst>
                <a:tab pos="1824038" algn="l"/>
                <a:tab pos="2735263" algn="l"/>
                <a:tab pos="3648075" algn="l"/>
                <a:tab pos="5026025" algn="l"/>
              </a:tabLst>
              <a:defRPr sz="2000" b="1">
                <a:solidFill>
                  <a:schemeClr val="tx1"/>
                </a:solidFill>
                <a:latin typeface="Arial" panose="020B0604020202020204" pitchFamily="34" charset="0"/>
              </a:defRPr>
            </a:lvl9pPr>
          </a:lstStyle>
          <a:p>
            <a:pPr>
              <a:spcBef>
                <a:spcPct val="0"/>
              </a:spcBef>
              <a:buClrTx/>
              <a:buFontTx/>
              <a:buNone/>
            </a:pPr>
            <a:r>
              <a:rPr lang="en-US" altLang="en-US" sz="1800">
                <a:latin typeface="Courier New" panose="02070309020205020404" pitchFamily="49" charset="0"/>
              </a:rPr>
              <a:t>DELETE FROM employees</a:t>
            </a:r>
          </a:p>
          <a:p>
            <a:pPr>
              <a:spcBef>
                <a:spcPct val="0"/>
              </a:spcBef>
              <a:buClrTx/>
              <a:buFontTx/>
              <a:buNone/>
            </a:pPr>
            <a:r>
              <a:rPr lang="en-US" altLang="en-US" sz="1800">
                <a:latin typeface="Courier New" panose="02070309020205020404" pitchFamily="49" charset="0"/>
              </a:rPr>
              <a:t>WHERE  employee_id = 99999;</a:t>
            </a:r>
          </a:p>
          <a:p>
            <a:pPr>
              <a:spcBef>
                <a:spcPct val="0"/>
              </a:spcBef>
              <a:buClrTx/>
              <a:buFontTx/>
              <a:buNone/>
            </a:pPr>
            <a:r>
              <a:rPr lang="en-US" altLang="en-US" sz="1800">
                <a:solidFill>
                  <a:schemeClr val="hlink"/>
                </a:solidFill>
                <a:latin typeface="Courier New" panose="02070309020205020404" pitchFamily="49" charset="0"/>
              </a:rPr>
              <a:t>1 row deleted.</a:t>
            </a:r>
          </a:p>
          <a:p>
            <a:pPr>
              <a:spcBef>
                <a:spcPct val="0"/>
              </a:spcBef>
              <a:buClrTx/>
              <a:buFontTx/>
              <a:buNone/>
            </a:pPr>
            <a:endParaRPr lang="en-US" altLang="en-US" sz="1800">
              <a:solidFill>
                <a:schemeClr val="hlink"/>
              </a:solidFill>
              <a:latin typeface="Courier New" panose="02070309020205020404" pitchFamily="49" charset="0"/>
            </a:endParaRPr>
          </a:p>
          <a:p>
            <a:pPr>
              <a:spcBef>
                <a:spcPct val="0"/>
              </a:spcBef>
              <a:buClrTx/>
              <a:buFontTx/>
              <a:buNone/>
            </a:pPr>
            <a:r>
              <a:rPr lang="en-US" altLang="en-US" sz="1800">
                <a:latin typeface="Courier New" panose="02070309020205020404" pitchFamily="49" charset="0"/>
              </a:rPr>
              <a:t>INSERT INTO departments </a:t>
            </a:r>
          </a:p>
          <a:p>
            <a:pPr>
              <a:spcBef>
                <a:spcPct val="0"/>
              </a:spcBef>
              <a:buClrTx/>
              <a:buFontTx/>
              <a:buNone/>
            </a:pPr>
            <a:r>
              <a:rPr lang="en-US" altLang="en-US" sz="1800">
                <a:latin typeface="Courier New" panose="02070309020205020404" pitchFamily="49" charset="0"/>
              </a:rPr>
              <a:t>VALUES (290, 'Corporate Tax', NULL, 1700);</a:t>
            </a:r>
          </a:p>
          <a:p>
            <a:pPr>
              <a:spcBef>
                <a:spcPct val="0"/>
              </a:spcBef>
              <a:buClrTx/>
              <a:buFontTx/>
              <a:buNone/>
            </a:pPr>
            <a:r>
              <a:rPr lang="en-US" altLang="en-US" sz="1800">
                <a:solidFill>
                  <a:schemeClr val="hlink"/>
                </a:solidFill>
                <a:latin typeface="Courier New" panose="02070309020205020404" pitchFamily="49" charset="0"/>
              </a:rPr>
              <a:t>1 row created.</a:t>
            </a:r>
          </a:p>
        </p:txBody>
      </p:sp>
      <p:sp>
        <p:nvSpPr>
          <p:cNvPr id="67590" name="Rectangle 7">
            <a:extLst>
              <a:ext uri="{FF2B5EF4-FFF2-40B4-BE49-F238E27FC236}">
                <a16:creationId xmlns:a16="http://schemas.microsoft.com/office/drawing/2014/main" id="{9CFB5486-838D-8125-E295-F5C5D8DA61D0}"/>
              </a:ext>
            </a:extLst>
          </p:cNvPr>
          <p:cNvSpPr>
            <a:spLocks noChangeArrowheads="1"/>
          </p:cNvSpPr>
          <p:nvPr/>
        </p:nvSpPr>
        <p:spPr bwMode="auto">
          <a:xfrm>
            <a:off x="903288" y="4886325"/>
            <a:ext cx="869950" cy="284163"/>
          </a:xfrm>
          <a:prstGeom prst="rect">
            <a:avLst/>
          </a:prstGeom>
          <a:noFill/>
          <a:ln w="28575">
            <a:solidFill>
              <a:schemeClr val="hlink"/>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000000"/>
              </a:buClr>
              <a:buFont typeface="Arial" panose="020B0604020202020204" pitchFamily="34" charset="0"/>
              <a:buChar char="•"/>
              <a:defRPr sz="2200" b="1">
                <a:solidFill>
                  <a:schemeClr val="tx1"/>
                </a:solidFill>
                <a:latin typeface="Arial" panose="020B0604020202020204" pitchFamily="34" charset="0"/>
              </a:defRPr>
            </a:lvl1pPr>
            <a:lvl2pPr marL="742950" indent="-285750">
              <a:spcBef>
                <a:spcPct val="20000"/>
              </a:spcBef>
              <a:buClr>
                <a:srgbClr val="FF0000"/>
              </a:buClr>
              <a:buFont typeface="Arial" panose="020B0604020202020204" pitchFamily="34" charset="0"/>
              <a:buChar char="•"/>
              <a:defRPr sz="2200" b="1">
                <a:solidFill>
                  <a:schemeClr val="tx1"/>
                </a:solidFill>
                <a:latin typeface="Arial" panose="020B0604020202020204" pitchFamily="34" charset="0"/>
              </a:defRPr>
            </a:lvl2pPr>
            <a:lvl3pPr marL="1143000" indent="-228600">
              <a:spcBef>
                <a:spcPct val="20000"/>
              </a:spcBef>
              <a:buClr>
                <a:srgbClr val="FF0000"/>
              </a:buClr>
              <a:buFont typeface="Arial" panose="020B0604020202020204" pitchFamily="34" charset="0"/>
              <a:buChar char="–"/>
              <a:defRPr sz="2000" b="1">
                <a:solidFill>
                  <a:schemeClr val="tx1"/>
                </a:solidFill>
                <a:latin typeface="Arial" panose="020B0604020202020204" pitchFamily="34" charset="0"/>
              </a:defRPr>
            </a:lvl3pPr>
            <a:lvl4pPr marL="1600200" indent="-228600">
              <a:spcBef>
                <a:spcPct val="20000"/>
              </a:spcBef>
              <a:buClr>
                <a:srgbClr val="000000"/>
              </a:buClr>
              <a:buFont typeface="Arial" panose="020B0604020202020204" pitchFamily="34" charset="0"/>
              <a:buChar char="–"/>
              <a:defRPr sz="2000" b="1">
                <a:solidFill>
                  <a:srgbClr val="FF0000"/>
                </a:solidFill>
                <a:latin typeface="Arial" panose="020B0604020202020204" pitchFamily="34" charset="0"/>
              </a:defRPr>
            </a:lvl4pPr>
            <a:lvl5pPr marL="2057400" indent="-228600">
              <a:spcBef>
                <a:spcPct val="20000"/>
              </a:spcBef>
              <a:buClr>
                <a:srgbClr val="000000"/>
              </a:buClr>
              <a:buFont typeface="Arial" panose="020B0604020202020204" pitchFamily="34" charset="0"/>
              <a:buChar char="»"/>
              <a:defRPr sz="20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0000"/>
              </a:buClr>
              <a:buFont typeface="Arial" panose="020B0604020202020204" pitchFamily="34" charset="0"/>
              <a:buChar char="»"/>
              <a:defRPr sz="20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0000"/>
              </a:buClr>
              <a:buFont typeface="Arial" panose="020B0604020202020204" pitchFamily="34" charset="0"/>
              <a:buChar char="»"/>
              <a:defRPr sz="20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0000"/>
              </a:buClr>
              <a:buFont typeface="Arial" panose="020B0604020202020204" pitchFamily="34" charset="0"/>
              <a:buChar char="»"/>
              <a:defRPr sz="20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0000"/>
              </a:buClr>
              <a:buFont typeface="Arial" panose="020B0604020202020204" pitchFamily="34" charset="0"/>
              <a:buChar char="»"/>
              <a:defRPr sz="2000" b="1">
                <a:solidFill>
                  <a:schemeClr val="tx1"/>
                </a:solidFill>
                <a:latin typeface="Arial" panose="020B0604020202020204" pitchFamily="34" charset="0"/>
              </a:defRPr>
            </a:lvl9pPr>
          </a:lstStyle>
          <a:p>
            <a:pPr algn="ctr" eaLnBrk="1" hangingPunct="1">
              <a:buClr>
                <a:srgbClr val="FF0000"/>
              </a:buClr>
              <a:buFont typeface="Arial" panose="020B0604020202020204" pitchFamily="34" charset="0"/>
              <a:buNone/>
            </a:pPr>
            <a:endParaRPr lang="en-US" altLang="en-US" sz="1800"/>
          </a:p>
        </p:txBody>
      </p:sp>
    </p:spTree>
    <p:extLst>
      <p:ext uri="{BB962C8B-B14F-4D97-AF65-F5344CB8AC3E}">
        <p14:creationId xmlns:p14="http://schemas.microsoft.com/office/powerpoint/2010/main" val="2435272076"/>
      </p:ext>
    </p:extLst>
  </p:cSld>
  <p:clrMapOvr>
    <a:masterClrMapping/>
  </p:clrMapOvr>
  <p:transition spd="slow"/>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11">
            <a:extLst>
              <a:ext uri="{FF2B5EF4-FFF2-40B4-BE49-F238E27FC236}">
                <a16:creationId xmlns:a16="http://schemas.microsoft.com/office/drawing/2014/main" id="{E8657645-10D8-8B92-5506-0FB11C889C0C}"/>
              </a:ext>
            </a:extLst>
          </p:cNvPr>
          <p:cNvSpPr>
            <a:spLocks noChangeArrowheads="1"/>
          </p:cNvSpPr>
          <p:nvPr/>
        </p:nvSpPr>
        <p:spPr bwMode="blackGray">
          <a:xfrm>
            <a:off x="838200" y="3871913"/>
            <a:ext cx="7305675" cy="1076325"/>
          </a:xfrm>
          <a:prstGeom prst="rect">
            <a:avLst/>
          </a:prstGeom>
          <a:solidFill>
            <a:schemeClr val="accent1"/>
          </a:solidFill>
          <a:ln w="28575">
            <a:solidFill>
              <a:srgbClr val="000000"/>
            </a:solidFill>
            <a:miter lim="800000"/>
            <a:headEnd/>
            <a:tailEnd/>
          </a:ln>
        </p:spPr>
        <p:txBody>
          <a:bodyPr wrap="none" lIns="92075" tIns="46038" rIns="92075" bIns="46038" anchor="ctr"/>
          <a:lstStyle>
            <a:lvl1pPr>
              <a:spcBef>
                <a:spcPct val="20000"/>
              </a:spcBef>
              <a:buClr>
                <a:srgbClr val="000000"/>
              </a:buClr>
              <a:buFont typeface="Arial" panose="020B0604020202020204" pitchFamily="34" charset="0"/>
              <a:buChar char="•"/>
              <a:tabLst>
                <a:tab pos="1824038" algn="l"/>
                <a:tab pos="2735263" algn="l"/>
                <a:tab pos="3648075" algn="l"/>
                <a:tab pos="5026025" algn="l"/>
              </a:tabLst>
              <a:defRPr sz="2200" b="1">
                <a:solidFill>
                  <a:schemeClr val="tx1"/>
                </a:solidFill>
                <a:latin typeface="Arial" panose="020B0604020202020204" pitchFamily="34" charset="0"/>
              </a:defRPr>
            </a:lvl1pPr>
            <a:lvl2pPr marL="742950" indent="-285750">
              <a:spcBef>
                <a:spcPct val="20000"/>
              </a:spcBef>
              <a:buClr>
                <a:srgbClr val="FF0000"/>
              </a:buClr>
              <a:buFont typeface="Arial" panose="020B0604020202020204" pitchFamily="34" charset="0"/>
              <a:buChar char="•"/>
              <a:tabLst>
                <a:tab pos="1824038" algn="l"/>
                <a:tab pos="2735263" algn="l"/>
                <a:tab pos="3648075" algn="l"/>
                <a:tab pos="5026025" algn="l"/>
              </a:tabLst>
              <a:defRPr sz="2200" b="1">
                <a:solidFill>
                  <a:schemeClr val="tx1"/>
                </a:solidFill>
                <a:latin typeface="Arial" panose="020B0604020202020204" pitchFamily="34" charset="0"/>
              </a:defRPr>
            </a:lvl2pPr>
            <a:lvl3pPr marL="1143000" indent="-228600">
              <a:spcBef>
                <a:spcPct val="20000"/>
              </a:spcBef>
              <a:buClr>
                <a:srgbClr val="FF0000"/>
              </a:buClr>
              <a:buFont typeface="Arial" panose="020B0604020202020204" pitchFamily="34" charset="0"/>
              <a:buChar char="–"/>
              <a:tabLst>
                <a:tab pos="1824038" algn="l"/>
                <a:tab pos="2735263" algn="l"/>
                <a:tab pos="3648075" algn="l"/>
                <a:tab pos="5026025" algn="l"/>
              </a:tabLst>
              <a:defRPr sz="2000" b="1">
                <a:solidFill>
                  <a:schemeClr val="tx1"/>
                </a:solidFill>
                <a:latin typeface="Arial" panose="020B0604020202020204" pitchFamily="34" charset="0"/>
              </a:defRPr>
            </a:lvl3pPr>
            <a:lvl4pPr marL="1600200" indent="-228600">
              <a:spcBef>
                <a:spcPct val="20000"/>
              </a:spcBef>
              <a:buClr>
                <a:srgbClr val="000000"/>
              </a:buClr>
              <a:buFont typeface="Arial" panose="020B0604020202020204" pitchFamily="34" charset="0"/>
              <a:buChar char="–"/>
              <a:tabLst>
                <a:tab pos="1824038" algn="l"/>
                <a:tab pos="2735263" algn="l"/>
                <a:tab pos="3648075" algn="l"/>
                <a:tab pos="5026025" algn="l"/>
              </a:tabLst>
              <a:defRPr sz="2000" b="1">
                <a:solidFill>
                  <a:srgbClr val="FF0000"/>
                </a:solidFill>
                <a:latin typeface="Arial" panose="020B0604020202020204" pitchFamily="34" charset="0"/>
              </a:defRPr>
            </a:lvl4pPr>
            <a:lvl5pPr marL="2057400" indent="-228600">
              <a:spcBef>
                <a:spcPct val="20000"/>
              </a:spcBef>
              <a:buClr>
                <a:srgbClr val="000000"/>
              </a:buClr>
              <a:buFont typeface="Arial" panose="020B0604020202020204" pitchFamily="34" charset="0"/>
              <a:buChar char="»"/>
              <a:tabLst>
                <a:tab pos="1824038" algn="l"/>
                <a:tab pos="2735263" algn="l"/>
                <a:tab pos="3648075" algn="l"/>
                <a:tab pos="5026025" algn="l"/>
              </a:tabLst>
              <a:defRPr sz="20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0000"/>
              </a:buClr>
              <a:buFont typeface="Arial" panose="020B0604020202020204" pitchFamily="34" charset="0"/>
              <a:buChar char="»"/>
              <a:tabLst>
                <a:tab pos="1824038" algn="l"/>
                <a:tab pos="2735263" algn="l"/>
                <a:tab pos="3648075" algn="l"/>
                <a:tab pos="5026025" algn="l"/>
              </a:tabLst>
              <a:defRPr sz="20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0000"/>
              </a:buClr>
              <a:buFont typeface="Arial" panose="020B0604020202020204" pitchFamily="34" charset="0"/>
              <a:buChar char="»"/>
              <a:tabLst>
                <a:tab pos="1824038" algn="l"/>
                <a:tab pos="2735263" algn="l"/>
                <a:tab pos="3648075" algn="l"/>
                <a:tab pos="5026025" algn="l"/>
              </a:tabLst>
              <a:defRPr sz="20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0000"/>
              </a:buClr>
              <a:buFont typeface="Arial" panose="020B0604020202020204" pitchFamily="34" charset="0"/>
              <a:buChar char="»"/>
              <a:tabLst>
                <a:tab pos="1824038" algn="l"/>
                <a:tab pos="2735263" algn="l"/>
                <a:tab pos="3648075" algn="l"/>
                <a:tab pos="5026025" algn="l"/>
              </a:tabLst>
              <a:defRPr sz="20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0000"/>
              </a:buClr>
              <a:buFont typeface="Arial" panose="020B0604020202020204" pitchFamily="34" charset="0"/>
              <a:buChar char="»"/>
              <a:tabLst>
                <a:tab pos="1824038" algn="l"/>
                <a:tab pos="2735263" algn="l"/>
                <a:tab pos="3648075" algn="l"/>
                <a:tab pos="5026025" algn="l"/>
              </a:tabLst>
              <a:defRPr sz="2000" b="1">
                <a:solidFill>
                  <a:schemeClr val="tx1"/>
                </a:solidFill>
                <a:latin typeface="Arial" panose="020B0604020202020204" pitchFamily="34" charset="0"/>
              </a:defRPr>
            </a:lvl9pPr>
          </a:lstStyle>
          <a:p>
            <a:pPr>
              <a:spcBef>
                <a:spcPct val="0"/>
              </a:spcBef>
              <a:buClrTx/>
              <a:buFontTx/>
              <a:buNone/>
            </a:pPr>
            <a:r>
              <a:rPr lang="en-US" altLang="en-US" sz="1800">
                <a:solidFill>
                  <a:srgbClr val="000000"/>
                </a:solidFill>
                <a:latin typeface="Courier New" panose="02070309020205020404" pitchFamily="49" charset="0"/>
              </a:rPr>
              <a:t>DELETE FROM copy_emp;</a:t>
            </a:r>
          </a:p>
          <a:p>
            <a:pPr>
              <a:spcBef>
                <a:spcPct val="0"/>
              </a:spcBef>
              <a:buClrTx/>
              <a:buFontTx/>
              <a:buNone/>
            </a:pPr>
            <a:r>
              <a:rPr lang="en-US" altLang="en-US" sz="1800">
                <a:solidFill>
                  <a:srgbClr val="FF3300"/>
                </a:solidFill>
                <a:latin typeface="Courier New" panose="02070309020205020404" pitchFamily="49" charset="0"/>
              </a:rPr>
              <a:t>22 rows deleted.</a:t>
            </a:r>
            <a:endParaRPr lang="en-US" altLang="en-US" sz="1800">
              <a:solidFill>
                <a:srgbClr val="000000"/>
              </a:solidFill>
              <a:latin typeface="Courier New" panose="02070309020205020404" pitchFamily="49" charset="0"/>
            </a:endParaRPr>
          </a:p>
          <a:p>
            <a:pPr>
              <a:spcBef>
                <a:spcPct val="0"/>
              </a:spcBef>
              <a:buClrTx/>
              <a:buFontTx/>
              <a:buNone/>
            </a:pPr>
            <a:r>
              <a:rPr lang="en-US" altLang="en-US" sz="1800">
                <a:solidFill>
                  <a:srgbClr val="000000"/>
                </a:solidFill>
                <a:latin typeface="Courier New" panose="02070309020205020404" pitchFamily="49" charset="0"/>
              </a:rPr>
              <a:t>ROLLBACK ;</a:t>
            </a:r>
          </a:p>
          <a:p>
            <a:pPr>
              <a:spcBef>
                <a:spcPct val="0"/>
              </a:spcBef>
              <a:buClrTx/>
              <a:buFontTx/>
              <a:buNone/>
            </a:pPr>
            <a:r>
              <a:rPr lang="en-US" altLang="en-US" sz="1800">
                <a:solidFill>
                  <a:srgbClr val="FF3300"/>
                </a:solidFill>
                <a:latin typeface="Courier New" panose="02070309020205020404" pitchFamily="49" charset="0"/>
              </a:rPr>
              <a:t>Rollback complete.</a:t>
            </a:r>
          </a:p>
        </p:txBody>
      </p:sp>
      <p:sp>
        <p:nvSpPr>
          <p:cNvPr id="69635" name="Rectangle 7">
            <a:extLst>
              <a:ext uri="{FF2B5EF4-FFF2-40B4-BE49-F238E27FC236}">
                <a16:creationId xmlns:a16="http://schemas.microsoft.com/office/drawing/2014/main" id="{CF09637A-7C35-4B4A-EF57-9081F8345168}"/>
              </a:ext>
            </a:extLst>
          </p:cNvPr>
          <p:cNvSpPr>
            <a:spLocks noGrp="1" noChangeArrowheads="1"/>
          </p:cNvSpPr>
          <p:nvPr>
            <p:ph type="title"/>
          </p:nvPr>
        </p:nvSpPr>
        <p:spPr>
          <a:xfrm>
            <a:off x="889000" y="552450"/>
            <a:ext cx="7315200" cy="876300"/>
          </a:xfrm>
        </p:spPr>
        <p:txBody>
          <a:bodyPr>
            <a:normAutofit fontScale="90000"/>
          </a:bodyPr>
          <a:lstStyle/>
          <a:p>
            <a:pPr eaLnBrk="1" hangingPunct="1"/>
            <a:r>
              <a:rPr lang="en-US" altLang="en-US"/>
              <a:t>State of the Data After </a:t>
            </a:r>
            <a:r>
              <a:rPr lang="en-US" altLang="en-US">
                <a:latin typeface="Courier New" panose="02070309020205020404" pitchFamily="49" charset="0"/>
              </a:rPr>
              <a:t>ROLLBACK</a:t>
            </a:r>
          </a:p>
        </p:txBody>
      </p:sp>
      <p:sp>
        <p:nvSpPr>
          <p:cNvPr id="69636" name="Rectangle 8">
            <a:extLst>
              <a:ext uri="{FF2B5EF4-FFF2-40B4-BE49-F238E27FC236}">
                <a16:creationId xmlns:a16="http://schemas.microsoft.com/office/drawing/2014/main" id="{A1BC34E9-2D49-CE9A-7C81-06893A741500}"/>
              </a:ext>
            </a:extLst>
          </p:cNvPr>
          <p:cNvSpPr>
            <a:spLocks noGrp="1" noChangeArrowheads="1"/>
          </p:cNvSpPr>
          <p:nvPr>
            <p:ph idx="1"/>
          </p:nvPr>
        </p:nvSpPr>
        <p:spPr>
          <a:xfrm>
            <a:off x="825500" y="1835150"/>
            <a:ext cx="7366000" cy="1900238"/>
          </a:xfrm>
        </p:spPr>
        <p:txBody>
          <a:bodyPr>
            <a:normAutofit fontScale="85000" lnSpcReduction="20000"/>
          </a:bodyPr>
          <a:lstStyle/>
          <a:p>
            <a:pPr marL="0" indent="0" eaLnBrk="1" hangingPunct="1">
              <a:buFont typeface="Arial" panose="020B0604020202020204" pitchFamily="34" charset="0"/>
              <a:buNone/>
            </a:pPr>
            <a:r>
              <a:rPr lang="en-US" altLang="en-US"/>
              <a:t>Discard all pending changes by using the </a:t>
            </a:r>
            <a:r>
              <a:rPr lang="en-US" altLang="en-US">
                <a:latin typeface="Courier New" panose="02070309020205020404" pitchFamily="49" charset="0"/>
              </a:rPr>
              <a:t>ROLLBACK</a:t>
            </a:r>
            <a:r>
              <a:rPr lang="en-US" altLang="en-US"/>
              <a:t> statement:</a:t>
            </a:r>
          </a:p>
          <a:p>
            <a:pPr lvl="1" eaLnBrk="1" hangingPunct="1"/>
            <a:r>
              <a:rPr lang="en-US" altLang="en-US"/>
              <a:t>Data changes are undone.</a:t>
            </a:r>
          </a:p>
          <a:p>
            <a:pPr lvl="1" eaLnBrk="1" hangingPunct="1"/>
            <a:r>
              <a:rPr lang="en-US" altLang="en-US"/>
              <a:t>Previous state of the data is restored.</a:t>
            </a:r>
          </a:p>
          <a:p>
            <a:pPr lvl="1" eaLnBrk="1" hangingPunct="1"/>
            <a:r>
              <a:rPr lang="en-US" altLang="en-US"/>
              <a:t>Locks on the affected rows are released.</a:t>
            </a:r>
          </a:p>
        </p:txBody>
      </p:sp>
      <p:sp>
        <p:nvSpPr>
          <p:cNvPr id="69637" name="Rectangle 5">
            <a:extLst>
              <a:ext uri="{FF2B5EF4-FFF2-40B4-BE49-F238E27FC236}">
                <a16:creationId xmlns:a16="http://schemas.microsoft.com/office/drawing/2014/main" id="{6BEBC870-2396-EBE7-C9C7-BE538F3DF811}"/>
              </a:ext>
            </a:extLst>
          </p:cNvPr>
          <p:cNvSpPr>
            <a:spLocks noChangeArrowheads="1"/>
          </p:cNvSpPr>
          <p:nvPr/>
        </p:nvSpPr>
        <p:spPr bwMode="auto">
          <a:xfrm>
            <a:off x="887413" y="4408488"/>
            <a:ext cx="1223962" cy="288925"/>
          </a:xfrm>
          <a:prstGeom prst="rect">
            <a:avLst/>
          </a:prstGeom>
          <a:noFill/>
          <a:ln w="28575">
            <a:solidFill>
              <a:schemeClr val="hlink"/>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000000"/>
              </a:buClr>
              <a:buFont typeface="Arial" panose="020B0604020202020204" pitchFamily="34" charset="0"/>
              <a:buChar char="•"/>
              <a:defRPr sz="2200" b="1">
                <a:solidFill>
                  <a:schemeClr val="tx1"/>
                </a:solidFill>
                <a:latin typeface="Arial" panose="020B0604020202020204" pitchFamily="34" charset="0"/>
              </a:defRPr>
            </a:lvl1pPr>
            <a:lvl2pPr marL="742950" indent="-285750">
              <a:spcBef>
                <a:spcPct val="20000"/>
              </a:spcBef>
              <a:buClr>
                <a:srgbClr val="FF0000"/>
              </a:buClr>
              <a:buFont typeface="Arial" panose="020B0604020202020204" pitchFamily="34" charset="0"/>
              <a:buChar char="•"/>
              <a:defRPr sz="2200" b="1">
                <a:solidFill>
                  <a:schemeClr val="tx1"/>
                </a:solidFill>
                <a:latin typeface="Arial" panose="020B0604020202020204" pitchFamily="34" charset="0"/>
              </a:defRPr>
            </a:lvl2pPr>
            <a:lvl3pPr marL="1143000" indent="-228600">
              <a:spcBef>
                <a:spcPct val="20000"/>
              </a:spcBef>
              <a:buClr>
                <a:srgbClr val="FF0000"/>
              </a:buClr>
              <a:buFont typeface="Arial" panose="020B0604020202020204" pitchFamily="34" charset="0"/>
              <a:buChar char="–"/>
              <a:defRPr sz="2000" b="1">
                <a:solidFill>
                  <a:schemeClr val="tx1"/>
                </a:solidFill>
                <a:latin typeface="Arial" panose="020B0604020202020204" pitchFamily="34" charset="0"/>
              </a:defRPr>
            </a:lvl3pPr>
            <a:lvl4pPr marL="1600200" indent="-228600">
              <a:spcBef>
                <a:spcPct val="20000"/>
              </a:spcBef>
              <a:buClr>
                <a:srgbClr val="000000"/>
              </a:buClr>
              <a:buFont typeface="Arial" panose="020B0604020202020204" pitchFamily="34" charset="0"/>
              <a:buChar char="–"/>
              <a:defRPr sz="2000" b="1">
                <a:solidFill>
                  <a:srgbClr val="FF0000"/>
                </a:solidFill>
                <a:latin typeface="Arial" panose="020B0604020202020204" pitchFamily="34" charset="0"/>
              </a:defRPr>
            </a:lvl4pPr>
            <a:lvl5pPr marL="2057400" indent="-228600">
              <a:spcBef>
                <a:spcPct val="20000"/>
              </a:spcBef>
              <a:buClr>
                <a:srgbClr val="000000"/>
              </a:buClr>
              <a:buFont typeface="Arial" panose="020B0604020202020204" pitchFamily="34" charset="0"/>
              <a:buChar char="»"/>
              <a:defRPr sz="20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0000"/>
              </a:buClr>
              <a:buFont typeface="Arial" panose="020B0604020202020204" pitchFamily="34" charset="0"/>
              <a:buChar char="»"/>
              <a:defRPr sz="20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0000"/>
              </a:buClr>
              <a:buFont typeface="Arial" panose="020B0604020202020204" pitchFamily="34" charset="0"/>
              <a:buChar char="»"/>
              <a:defRPr sz="20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0000"/>
              </a:buClr>
              <a:buFont typeface="Arial" panose="020B0604020202020204" pitchFamily="34" charset="0"/>
              <a:buChar char="»"/>
              <a:defRPr sz="20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0000"/>
              </a:buClr>
              <a:buFont typeface="Arial" panose="020B0604020202020204" pitchFamily="34" charset="0"/>
              <a:buChar char="»"/>
              <a:defRPr sz="2000" b="1">
                <a:solidFill>
                  <a:schemeClr val="tx1"/>
                </a:solidFill>
                <a:latin typeface="Arial" panose="020B0604020202020204" pitchFamily="34" charset="0"/>
              </a:defRPr>
            </a:lvl9pPr>
          </a:lstStyle>
          <a:p>
            <a:pPr algn="ctr" eaLnBrk="1" hangingPunct="1">
              <a:buClr>
                <a:srgbClr val="FF0000"/>
              </a:buClr>
              <a:buFont typeface="Arial" panose="020B0604020202020204" pitchFamily="34" charset="0"/>
              <a:buNone/>
            </a:pPr>
            <a:endParaRPr lang="en-US" altLang="en-US" sz="1800"/>
          </a:p>
        </p:txBody>
      </p:sp>
    </p:spTree>
    <p:extLst>
      <p:ext uri="{BB962C8B-B14F-4D97-AF65-F5344CB8AC3E}">
        <p14:creationId xmlns:p14="http://schemas.microsoft.com/office/powerpoint/2010/main" val="3880062070"/>
      </p:ext>
    </p:extLst>
  </p:cSld>
  <p:clrMapOvr>
    <a:masterClrMapping/>
  </p:clrMapOvr>
  <p:transition spd="slow"/>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a:extLst>
              <a:ext uri="{FF2B5EF4-FFF2-40B4-BE49-F238E27FC236}">
                <a16:creationId xmlns:a16="http://schemas.microsoft.com/office/drawing/2014/main" id="{4F2A84F4-897B-F1E3-A63F-B836E716E9F4}"/>
              </a:ext>
            </a:extLst>
          </p:cNvPr>
          <p:cNvSpPr>
            <a:spLocks noGrp="1" noChangeArrowheads="1"/>
          </p:cNvSpPr>
          <p:nvPr>
            <p:ph type="title"/>
          </p:nvPr>
        </p:nvSpPr>
        <p:spPr>
          <a:xfrm>
            <a:off x="889000" y="552450"/>
            <a:ext cx="7315200" cy="876300"/>
          </a:xfrm>
        </p:spPr>
        <p:txBody>
          <a:bodyPr>
            <a:normAutofit fontScale="90000"/>
          </a:bodyPr>
          <a:lstStyle/>
          <a:p>
            <a:pPr eaLnBrk="1" hangingPunct="1"/>
            <a:r>
              <a:rPr lang="en-US" altLang="en-US"/>
              <a:t>State of the Data After </a:t>
            </a:r>
            <a:r>
              <a:rPr lang="en-US" altLang="en-US">
                <a:latin typeface="Courier New" panose="02070309020205020404" pitchFamily="49" charset="0"/>
              </a:rPr>
              <a:t>ROLLBACK</a:t>
            </a:r>
          </a:p>
        </p:txBody>
      </p:sp>
      <p:sp>
        <p:nvSpPr>
          <p:cNvPr id="71683" name="Rectangle 5">
            <a:extLst>
              <a:ext uri="{FF2B5EF4-FFF2-40B4-BE49-F238E27FC236}">
                <a16:creationId xmlns:a16="http://schemas.microsoft.com/office/drawing/2014/main" id="{8FD3AA58-8A72-EBEB-6583-7498307E890A}"/>
              </a:ext>
            </a:extLst>
          </p:cNvPr>
          <p:cNvSpPr>
            <a:spLocks noChangeArrowheads="1"/>
          </p:cNvSpPr>
          <p:nvPr/>
        </p:nvSpPr>
        <p:spPr bwMode="blackGray">
          <a:xfrm>
            <a:off x="838200" y="1809750"/>
            <a:ext cx="7305675" cy="4010025"/>
          </a:xfrm>
          <a:prstGeom prst="rect">
            <a:avLst/>
          </a:prstGeom>
          <a:solidFill>
            <a:schemeClr val="accent1"/>
          </a:solidFill>
          <a:ln w="28575">
            <a:solidFill>
              <a:srgbClr val="000000"/>
            </a:solidFill>
            <a:miter lim="800000"/>
            <a:headEnd/>
            <a:tailEnd/>
          </a:ln>
        </p:spPr>
        <p:txBody>
          <a:bodyPr wrap="none" lIns="92075" tIns="46038" rIns="92075" bIns="46038" anchor="ctr"/>
          <a:lstStyle>
            <a:lvl1pPr>
              <a:spcBef>
                <a:spcPct val="20000"/>
              </a:spcBef>
              <a:buClr>
                <a:srgbClr val="000000"/>
              </a:buClr>
              <a:buFont typeface="Arial" panose="020B0604020202020204" pitchFamily="34" charset="0"/>
              <a:buChar char="•"/>
              <a:tabLst>
                <a:tab pos="1200150" algn="l"/>
              </a:tabLst>
              <a:defRPr sz="2200" b="1">
                <a:solidFill>
                  <a:schemeClr val="tx1"/>
                </a:solidFill>
                <a:latin typeface="Arial" panose="020B0604020202020204" pitchFamily="34" charset="0"/>
              </a:defRPr>
            </a:lvl1pPr>
            <a:lvl2pPr marL="742950" indent="-285750">
              <a:spcBef>
                <a:spcPct val="20000"/>
              </a:spcBef>
              <a:buClr>
                <a:srgbClr val="FF0000"/>
              </a:buClr>
              <a:buFont typeface="Arial" panose="020B0604020202020204" pitchFamily="34" charset="0"/>
              <a:buChar char="•"/>
              <a:tabLst>
                <a:tab pos="1200150" algn="l"/>
              </a:tabLst>
              <a:defRPr sz="2200" b="1">
                <a:solidFill>
                  <a:schemeClr val="tx1"/>
                </a:solidFill>
                <a:latin typeface="Arial" panose="020B0604020202020204" pitchFamily="34" charset="0"/>
              </a:defRPr>
            </a:lvl2pPr>
            <a:lvl3pPr marL="1143000" indent="-228600">
              <a:spcBef>
                <a:spcPct val="20000"/>
              </a:spcBef>
              <a:buClr>
                <a:srgbClr val="FF0000"/>
              </a:buClr>
              <a:buFont typeface="Arial" panose="020B0604020202020204" pitchFamily="34" charset="0"/>
              <a:buChar char="–"/>
              <a:tabLst>
                <a:tab pos="1200150" algn="l"/>
              </a:tabLst>
              <a:defRPr sz="2000" b="1">
                <a:solidFill>
                  <a:schemeClr val="tx1"/>
                </a:solidFill>
                <a:latin typeface="Arial" panose="020B0604020202020204" pitchFamily="34" charset="0"/>
              </a:defRPr>
            </a:lvl3pPr>
            <a:lvl4pPr marL="1600200" indent="-228600">
              <a:spcBef>
                <a:spcPct val="20000"/>
              </a:spcBef>
              <a:buClr>
                <a:srgbClr val="000000"/>
              </a:buClr>
              <a:buFont typeface="Arial" panose="020B0604020202020204" pitchFamily="34" charset="0"/>
              <a:buChar char="–"/>
              <a:tabLst>
                <a:tab pos="1200150" algn="l"/>
              </a:tabLst>
              <a:defRPr sz="2000" b="1">
                <a:solidFill>
                  <a:srgbClr val="FF0000"/>
                </a:solidFill>
                <a:latin typeface="Arial" panose="020B0604020202020204" pitchFamily="34" charset="0"/>
              </a:defRPr>
            </a:lvl4pPr>
            <a:lvl5pPr marL="2057400" indent="-228600">
              <a:spcBef>
                <a:spcPct val="20000"/>
              </a:spcBef>
              <a:buClr>
                <a:srgbClr val="000000"/>
              </a:buClr>
              <a:buFont typeface="Arial" panose="020B0604020202020204" pitchFamily="34" charset="0"/>
              <a:buChar char="»"/>
              <a:tabLst>
                <a:tab pos="1200150" algn="l"/>
              </a:tabLst>
              <a:defRPr sz="20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0000"/>
              </a:buClr>
              <a:buFont typeface="Arial" panose="020B0604020202020204" pitchFamily="34" charset="0"/>
              <a:buChar char="»"/>
              <a:tabLst>
                <a:tab pos="1200150" algn="l"/>
              </a:tabLst>
              <a:defRPr sz="20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0000"/>
              </a:buClr>
              <a:buFont typeface="Arial" panose="020B0604020202020204" pitchFamily="34" charset="0"/>
              <a:buChar char="»"/>
              <a:tabLst>
                <a:tab pos="1200150" algn="l"/>
              </a:tabLst>
              <a:defRPr sz="20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0000"/>
              </a:buClr>
              <a:buFont typeface="Arial" panose="020B0604020202020204" pitchFamily="34" charset="0"/>
              <a:buChar char="»"/>
              <a:tabLst>
                <a:tab pos="1200150" algn="l"/>
              </a:tabLst>
              <a:defRPr sz="20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0000"/>
              </a:buClr>
              <a:buFont typeface="Arial" panose="020B0604020202020204" pitchFamily="34" charset="0"/>
              <a:buChar char="»"/>
              <a:tabLst>
                <a:tab pos="1200150" algn="l"/>
              </a:tabLst>
              <a:defRPr sz="2000" b="1">
                <a:solidFill>
                  <a:schemeClr val="tx1"/>
                </a:solidFill>
                <a:latin typeface="Arial" panose="020B0604020202020204" pitchFamily="34" charset="0"/>
              </a:defRPr>
            </a:lvl9pPr>
          </a:lstStyle>
          <a:p>
            <a:pPr eaLnBrk="1" hangingPunct="1">
              <a:spcBef>
                <a:spcPct val="0"/>
              </a:spcBef>
              <a:buClrTx/>
              <a:buFont typeface="Arial" panose="020B0604020202020204" pitchFamily="34" charset="0"/>
              <a:buNone/>
            </a:pPr>
            <a:r>
              <a:rPr lang="en-US" altLang="en-US" sz="1800">
                <a:latin typeface="Courier New" panose="02070309020205020404" pitchFamily="49" charset="0"/>
              </a:rPr>
              <a:t>DELETE FROM test;</a:t>
            </a:r>
          </a:p>
          <a:p>
            <a:pPr eaLnBrk="1" hangingPunct="1">
              <a:spcBef>
                <a:spcPct val="0"/>
              </a:spcBef>
              <a:buClrTx/>
              <a:buFont typeface="Arial" panose="020B0604020202020204" pitchFamily="34" charset="0"/>
              <a:buNone/>
            </a:pPr>
            <a:r>
              <a:rPr lang="en-US" altLang="en-US" sz="1800">
                <a:latin typeface="Courier New" panose="02070309020205020404" pitchFamily="49" charset="0"/>
              </a:rPr>
              <a:t>25,000 rows deleted.</a:t>
            </a:r>
          </a:p>
          <a:p>
            <a:pPr eaLnBrk="1" hangingPunct="1">
              <a:spcBef>
                <a:spcPct val="0"/>
              </a:spcBef>
              <a:buClrTx/>
              <a:buFont typeface="Arial" panose="020B0604020202020204" pitchFamily="34" charset="0"/>
              <a:buNone/>
            </a:pPr>
            <a:endParaRPr lang="en-US" altLang="en-US" sz="1800">
              <a:latin typeface="Courier New" panose="02070309020205020404" pitchFamily="49" charset="0"/>
            </a:endParaRPr>
          </a:p>
          <a:p>
            <a:pPr eaLnBrk="1" hangingPunct="1">
              <a:spcBef>
                <a:spcPct val="0"/>
              </a:spcBef>
              <a:buClrTx/>
              <a:buFont typeface="Arial" panose="020B0604020202020204" pitchFamily="34" charset="0"/>
              <a:buNone/>
            </a:pPr>
            <a:r>
              <a:rPr lang="en-US" altLang="en-US" sz="1800">
                <a:latin typeface="Courier New" panose="02070309020205020404" pitchFamily="49" charset="0"/>
              </a:rPr>
              <a:t>ROLLBACK;</a:t>
            </a:r>
          </a:p>
          <a:p>
            <a:pPr eaLnBrk="1" hangingPunct="1">
              <a:spcBef>
                <a:spcPct val="0"/>
              </a:spcBef>
              <a:buClrTx/>
              <a:buFont typeface="Arial" panose="020B0604020202020204" pitchFamily="34" charset="0"/>
              <a:buNone/>
            </a:pPr>
            <a:r>
              <a:rPr lang="en-US" altLang="en-US" sz="1800">
                <a:latin typeface="Courier New" panose="02070309020205020404" pitchFamily="49" charset="0"/>
              </a:rPr>
              <a:t>Rollback complete.</a:t>
            </a:r>
          </a:p>
          <a:p>
            <a:pPr eaLnBrk="1" hangingPunct="1">
              <a:spcBef>
                <a:spcPct val="0"/>
              </a:spcBef>
              <a:buClrTx/>
              <a:buFont typeface="Arial" panose="020B0604020202020204" pitchFamily="34" charset="0"/>
              <a:buNone/>
            </a:pPr>
            <a:endParaRPr lang="en-US" altLang="en-US" sz="1800">
              <a:latin typeface="Courier New" panose="02070309020205020404" pitchFamily="49" charset="0"/>
            </a:endParaRPr>
          </a:p>
          <a:p>
            <a:pPr eaLnBrk="1" hangingPunct="1">
              <a:spcBef>
                <a:spcPct val="0"/>
              </a:spcBef>
              <a:buClrTx/>
              <a:buFont typeface="Arial" panose="020B0604020202020204" pitchFamily="34" charset="0"/>
              <a:buNone/>
            </a:pPr>
            <a:r>
              <a:rPr lang="en-US" altLang="en-US" sz="1800">
                <a:latin typeface="Courier New" panose="02070309020205020404" pitchFamily="49" charset="0"/>
              </a:rPr>
              <a:t>DELETE FROM test WHERE  id = 100;</a:t>
            </a:r>
          </a:p>
          <a:p>
            <a:pPr eaLnBrk="1" hangingPunct="1">
              <a:spcBef>
                <a:spcPct val="0"/>
              </a:spcBef>
              <a:buClrTx/>
              <a:buFont typeface="Arial" panose="020B0604020202020204" pitchFamily="34" charset="0"/>
              <a:buNone/>
            </a:pPr>
            <a:r>
              <a:rPr lang="en-US" altLang="en-US" sz="1800">
                <a:latin typeface="Courier New" panose="02070309020205020404" pitchFamily="49" charset="0"/>
              </a:rPr>
              <a:t>1 row deleted.</a:t>
            </a:r>
          </a:p>
          <a:p>
            <a:pPr eaLnBrk="1" hangingPunct="1">
              <a:spcBef>
                <a:spcPct val="0"/>
              </a:spcBef>
              <a:buClrTx/>
              <a:buFont typeface="Arial" panose="020B0604020202020204" pitchFamily="34" charset="0"/>
              <a:buNone/>
            </a:pPr>
            <a:endParaRPr lang="en-US" altLang="en-US" sz="1800">
              <a:latin typeface="Courier New" panose="02070309020205020404" pitchFamily="49" charset="0"/>
            </a:endParaRPr>
          </a:p>
          <a:p>
            <a:pPr eaLnBrk="1" hangingPunct="1">
              <a:spcBef>
                <a:spcPct val="0"/>
              </a:spcBef>
              <a:buClrTx/>
              <a:buFont typeface="Arial" panose="020B0604020202020204" pitchFamily="34" charset="0"/>
              <a:buNone/>
            </a:pPr>
            <a:r>
              <a:rPr lang="en-US" altLang="en-US" sz="1800">
                <a:latin typeface="Courier New" panose="02070309020205020404" pitchFamily="49" charset="0"/>
              </a:rPr>
              <a:t>SELECT * FROM   test WHERE  id = 100;</a:t>
            </a:r>
          </a:p>
          <a:p>
            <a:pPr eaLnBrk="1" hangingPunct="1">
              <a:spcBef>
                <a:spcPct val="0"/>
              </a:spcBef>
              <a:buClrTx/>
              <a:buFont typeface="Arial" panose="020B0604020202020204" pitchFamily="34" charset="0"/>
              <a:buNone/>
            </a:pPr>
            <a:r>
              <a:rPr lang="en-US" altLang="en-US" sz="1800">
                <a:latin typeface="Courier New" panose="02070309020205020404" pitchFamily="49" charset="0"/>
              </a:rPr>
              <a:t>No rows selected.</a:t>
            </a:r>
          </a:p>
          <a:p>
            <a:pPr eaLnBrk="1" hangingPunct="1">
              <a:spcBef>
                <a:spcPct val="0"/>
              </a:spcBef>
              <a:buClrTx/>
              <a:buFont typeface="Arial" panose="020B0604020202020204" pitchFamily="34" charset="0"/>
              <a:buNone/>
            </a:pPr>
            <a:endParaRPr lang="en-US" altLang="en-US" sz="1800">
              <a:latin typeface="Courier New" panose="02070309020205020404" pitchFamily="49" charset="0"/>
            </a:endParaRPr>
          </a:p>
          <a:p>
            <a:pPr eaLnBrk="1" hangingPunct="1">
              <a:spcBef>
                <a:spcPct val="0"/>
              </a:spcBef>
              <a:buClrTx/>
              <a:buFont typeface="Arial" panose="020B0604020202020204" pitchFamily="34" charset="0"/>
              <a:buNone/>
            </a:pPr>
            <a:r>
              <a:rPr lang="en-US" altLang="en-US" sz="1800">
                <a:latin typeface="Courier New" panose="02070309020205020404" pitchFamily="49" charset="0"/>
              </a:rPr>
              <a:t>COMMIT;</a:t>
            </a:r>
          </a:p>
          <a:p>
            <a:pPr eaLnBrk="1" hangingPunct="1">
              <a:spcBef>
                <a:spcPct val="0"/>
              </a:spcBef>
              <a:buClrTx/>
              <a:buFont typeface="Arial" panose="020B0604020202020204" pitchFamily="34" charset="0"/>
              <a:buNone/>
            </a:pPr>
            <a:r>
              <a:rPr lang="en-US" altLang="en-US" sz="1800">
                <a:latin typeface="Courier New" panose="02070309020205020404" pitchFamily="49" charset="0"/>
              </a:rPr>
              <a:t>Commit complete.</a:t>
            </a:r>
          </a:p>
        </p:txBody>
      </p:sp>
    </p:spTree>
    <p:extLst>
      <p:ext uri="{BB962C8B-B14F-4D97-AF65-F5344CB8AC3E}">
        <p14:creationId xmlns:p14="http://schemas.microsoft.com/office/powerpoint/2010/main" val="313382234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4">
            <a:extLst>
              <a:ext uri="{FF2B5EF4-FFF2-40B4-BE49-F238E27FC236}">
                <a16:creationId xmlns:a16="http://schemas.microsoft.com/office/drawing/2014/main" id="{EE644AEF-4D1E-7BE7-6BF4-ECABAAFBA06B}"/>
              </a:ext>
            </a:extLst>
          </p:cNvPr>
          <p:cNvSpPr>
            <a:spLocks noGrp="1" noChangeArrowheads="1"/>
          </p:cNvSpPr>
          <p:nvPr>
            <p:ph type="title"/>
          </p:nvPr>
        </p:nvSpPr>
        <p:spPr/>
        <p:txBody>
          <a:bodyPr/>
          <a:lstStyle/>
          <a:p>
            <a:pPr eaLnBrk="1" hangingPunct="1"/>
            <a:r>
              <a:rPr lang="en-US" altLang="en-US"/>
              <a:t>Statement-Level Rollback</a:t>
            </a:r>
          </a:p>
        </p:txBody>
      </p:sp>
      <p:sp>
        <p:nvSpPr>
          <p:cNvPr id="73731" name="Rectangle 5">
            <a:extLst>
              <a:ext uri="{FF2B5EF4-FFF2-40B4-BE49-F238E27FC236}">
                <a16:creationId xmlns:a16="http://schemas.microsoft.com/office/drawing/2014/main" id="{39BEC1A7-6F9D-75F2-C1D2-8B47FD34FAA4}"/>
              </a:ext>
            </a:extLst>
          </p:cNvPr>
          <p:cNvSpPr>
            <a:spLocks noGrp="1" noChangeArrowheads="1"/>
          </p:cNvSpPr>
          <p:nvPr>
            <p:ph idx="1"/>
          </p:nvPr>
        </p:nvSpPr>
        <p:spPr>
          <a:xfrm>
            <a:off x="863600" y="1816100"/>
            <a:ext cx="7366000" cy="2570163"/>
          </a:xfrm>
        </p:spPr>
        <p:txBody>
          <a:bodyPr>
            <a:normAutofit fontScale="85000" lnSpcReduction="10000"/>
          </a:bodyPr>
          <a:lstStyle/>
          <a:p>
            <a:pPr lvl="1" eaLnBrk="1" hangingPunct="1"/>
            <a:r>
              <a:rPr lang="en-US" altLang="en-US"/>
              <a:t>If a single DML statement fails during execution, only that statement is rolled back.</a:t>
            </a:r>
          </a:p>
          <a:p>
            <a:pPr lvl="1" eaLnBrk="1" hangingPunct="1"/>
            <a:r>
              <a:rPr lang="en-US" altLang="en-US"/>
              <a:t>The Oracle server implements an implicit savepoint.</a:t>
            </a:r>
          </a:p>
          <a:p>
            <a:pPr lvl="1" eaLnBrk="1" hangingPunct="1"/>
            <a:r>
              <a:rPr lang="en-US" altLang="en-US"/>
              <a:t>All other changes are retained.</a:t>
            </a:r>
          </a:p>
          <a:p>
            <a:pPr lvl="1" eaLnBrk="1" hangingPunct="1"/>
            <a:r>
              <a:rPr lang="en-US" altLang="en-US"/>
              <a:t>The user should terminate transactions explicitly by executing a </a:t>
            </a:r>
            <a:r>
              <a:rPr lang="en-US" altLang="en-US">
                <a:latin typeface="Courier New" panose="02070309020205020404" pitchFamily="49" charset="0"/>
              </a:rPr>
              <a:t>COMMIT</a:t>
            </a:r>
            <a:r>
              <a:rPr lang="en-US" altLang="en-US"/>
              <a:t> or </a:t>
            </a:r>
            <a:r>
              <a:rPr lang="en-US" altLang="en-US">
                <a:latin typeface="Courier New" panose="02070309020205020404" pitchFamily="49" charset="0"/>
              </a:rPr>
              <a:t>ROLLBACK</a:t>
            </a:r>
            <a:r>
              <a:rPr lang="en-US" altLang="en-US"/>
              <a:t> statement.</a:t>
            </a:r>
          </a:p>
        </p:txBody>
      </p:sp>
    </p:spTree>
    <p:extLst>
      <p:ext uri="{BB962C8B-B14F-4D97-AF65-F5344CB8AC3E}">
        <p14:creationId xmlns:p14="http://schemas.microsoft.com/office/powerpoint/2010/main" val="2966614082"/>
      </p:ext>
    </p:extLst>
  </p:cSld>
  <p:clrMapOvr>
    <a:masterClrMapping/>
  </p:clrMapOvr>
  <p:transition spd="slow"/>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SET TRANSACTION Command</a:t>
            </a:r>
          </a:p>
        </p:txBody>
      </p:sp>
      <p:sp>
        <p:nvSpPr>
          <p:cNvPr id="3" name="Content Placeholder 2"/>
          <p:cNvSpPr>
            <a:spLocks noGrp="1"/>
          </p:cNvSpPr>
          <p:nvPr>
            <p:ph idx="1"/>
          </p:nvPr>
        </p:nvSpPr>
        <p:spPr/>
        <p:txBody>
          <a:bodyPr/>
          <a:lstStyle/>
          <a:p>
            <a:pPr>
              <a:defRPr sz="2000"/>
            </a:pPr>
            <a:r>
              <a:t>Used to specify transaction properties.</a:t>
            </a:r>
          </a:p>
          <a:p>
            <a:pPr>
              <a:defRPr sz="2000"/>
            </a:pPr>
            <a:r>
              <a:t>Syntax:</a:t>
            </a:r>
          </a:p>
          <a:p>
            <a:pPr>
              <a:defRPr sz="2000"/>
            </a:pPr>
            <a:r>
              <a:t>SET TRANSACTION READ ONLY;</a:t>
            </a:r>
          </a:p>
          <a:p>
            <a:pPr>
              <a:defRPr sz="2000"/>
            </a:pPr>
            <a:r>
              <a:t>SET TRANSACTION ISOLATION LEVEL SERIALIZABLE;</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Isolation Levels in Oracle</a:t>
            </a:r>
          </a:p>
        </p:txBody>
      </p:sp>
      <p:sp>
        <p:nvSpPr>
          <p:cNvPr id="3" name="Content Placeholder 2"/>
          <p:cNvSpPr>
            <a:spLocks noGrp="1"/>
          </p:cNvSpPr>
          <p:nvPr>
            <p:ph idx="1"/>
          </p:nvPr>
        </p:nvSpPr>
        <p:spPr/>
        <p:txBody>
          <a:bodyPr/>
          <a:lstStyle/>
          <a:p>
            <a:pPr>
              <a:defRPr sz="2000"/>
            </a:pPr>
            <a:r>
              <a:rPr lang="en-IN" sz="2000" dirty="0"/>
              <a:t>In Oracle (and other RDBMS), </a:t>
            </a:r>
            <a:r>
              <a:rPr lang="en-IN" sz="2000" b="1" dirty="0"/>
              <a:t>isolation level</a:t>
            </a:r>
            <a:r>
              <a:rPr lang="en-IN" sz="2000" dirty="0"/>
              <a:t> defines how transaction integrity is maintained when multiple transactions run concurrently.</a:t>
            </a:r>
            <a:br>
              <a:rPr lang="en-IN" dirty="0"/>
            </a:br>
            <a:r>
              <a:rPr lang="en-IN" sz="2000" dirty="0"/>
              <a:t>It controls </a:t>
            </a:r>
            <a:r>
              <a:rPr lang="en-IN" sz="2000" b="1" dirty="0"/>
              <a:t>visibility of changes</a:t>
            </a:r>
            <a:r>
              <a:rPr lang="en-IN" sz="2000" dirty="0"/>
              <a:t> made by other transactions before they are committed.</a:t>
            </a:r>
          </a:p>
          <a:p>
            <a:pPr marL="0" indent="0">
              <a:buNone/>
              <a:defRPr sz="2000"/>
            </a:pPr>
            <a:r>
              <a:rPr dirty="0"/>
              <a:t> </a:t>
            </a:r>
            <a:endParaRPr lang="en-IN"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74AC30-EE8D-52AB-2915-FD01F6F5A3C7}"/>
              </a:ext>
            </a:extLst>
          </p:cNvPr>
          <p:cNvSpPr>
            <a:spLocks noGrp="1"/>
          </p:cNvSpPr>
          <p:nvPr>
            <p:ph type="title"/>
          </p:nvPr>
        </p:nvSpPr>
        <p:spPr/>
        <p:txBody>
          <a:bodyPr>
            <a:normAutofit/>
          </a:bodyPr>
          <a:lstStyle/>
          <a:p>
            <a:pPr algn="l"/>
            <a:r>
              <a:rPr lang="en-IN" b="1" dirty="0"/>
              <a:t>Common Concurrency Problems</a:t>
            </a:r>
            <a:endParaRPr lang="en-IN" dirty="0"/>
          </a:p>
        </p:txBody>
      </p:sp>
      <p:sp>
        <p:nvSpPr>
          <p:cNvPr id="6" name="Text Placeholder 5">
            <a:extLst>
              <a:ext uri="{FF2B5EF4-FFF2-40B4-BE49-F238E27FC236}">
                <a16:creationId xmlns:a16="http://schemas.microsoft.com/office/drawing/2014/main" id="{13608C7F-C3A1-591A-CBA3-CF6AFC8083D6}"/>
              </a:ext>
            </a:extLst>
          </p:cNvPr>
          <p:cNvSpPr>
            <a:spLocks noGrp="1"/>
          </p:cNvSpPr>
          <p:nvPr>
            <p:ph type="body" idx="1"/>
          </p:nvPr>
        </p:nvSpPr>
        <p:spPr>
          <a:xfrm>
            <a:off x="457200" y="1535113"/>
            <a:ext cx="3110023" cy="639762"/>
          </a:xfrm>
        </p:spPr>
        <p:txBody>
          <a:bodyPr/>
          <a:lstStyle/>
          <a:p>
            <a:pPr algn="ctr"/>
            <a:r>
              <a:rPr lang="en-IN" dirty="0"/>
              <a:t>Problem</a:t>
            </a:r>
          </a:p>
        </p:txBody>
      </p:sp>
      <p:graphicFrame>
        <p:nvGraphicFramePr>
          <p:cNvPr id="11" name="Content Placeholder 6">
            <a:extLst>
              <a:ext uri="{FF2B5EF4-FFF2-40B4-BE49-F238E27FC236}">
                <a16:creationId xmlns:a16="http://schemas.microsoft.com/office/drawing/2014/main" id="{73888574-B9C6-4775-3E37-F08F25A99906}"/>
              </a:ext>
            </a:extLst>
          </p:cNvPr>
          <p:cNvGraphicFramePr>
            <a:graphicFrameLocks noGrp="1"/>
          </p:cNvGraphicFramePr>
          <p:nvPr>
            <p:ph sz="half" idx="2"/>
            <p:extLst>
              <p:ext uri="{D42A27DB-BD31-4B8C-83A1-F6EECF244321}">
                <p14:modId xmlns:p14="http://schemas.microsoft.com/office/powerpoint/2010/main" val="1903035145"/>
              </p:ext>
            </p:extLst>
          </p:nvPr>
        </p:nvGraphicFramePr>
        <p:xfrm>
          <a:off x="457200" y="2174875"/>
          <a:ext cx="3429000" cy="395128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8" name="Text Placeholder 7">
            <a:extLst>
              <a:ext uri="{FF2B5EF4-FFF2-40B4-BE49-F238E27FC236}">
                <a16:creationId xmlns:a16="http://schemas.microsoft.com/office/drawing/2014/main" id="{750BEB14-6168-EF8B-30F4-EF7C3A4F0DAC}"/>
              </a:ext>
            </a:extLst>
          </p:cNvPr>
          <p:cNvSpPr>
            <a:spLocks noGrp="1"/>
          </p:cNvSpPr>
          <p:nvPr>
            <p:ph type="body" sz="quarter" idx="3"/>
          </p:nvPr>
        </p:nvSpPr>
        <p:spPr>
          <a:xfrm>
            <a:off x="3795823" y="1535113"/>
            <a:ext cx="4890977" cy="639762"/>
          </a:xfrm>
        </p:spPr>
        <p:txBody>
          <a:bodyPr/>
          <a:lstStyle/>
          <a:p>
            <a:pPr algn="ctr"/>
            <a:r>
              <a:rPr lang="en-IN" dirty="0"/>
              <a:t>Example</a:t>
            </a:r>
          </a:p>
        </p:txBody>
      </p:sp>
      <p:sp>
        <p:nvSpPr>
          <p:cNvPr id="9" name="Content Placeholder 8">
            <a:extLst>
              <a:ext uri="{FF2B5EF4-FFF2-40B4-BE49-F238E27FC236}">
                <a16:creationId xmlns:a16="http://schemas.microsoft.com/office/drawing/2014/main" id="{1A5235FC-890A-F63B-7813-D58568D07DF3}"/>
              </a:ext>
            </a:extLst>
          </p:cNvPr>
          <p:cNvSpPr>
            <a:spLocks noGrp="1"/>
          </p:cNvSpPr>
          <p:nvPr>
            <p:ph sz="quarter" idx="4"/>
          </p:nvPr>
        </p:nvSpPr>
        <p:spPr>
          <a:xfrm>
            <a:off x="4077586" y="2174875"/>
            <a:ext cx="4609214" cy="3951288"/>
          </a:xfrm>
        </p:spPr>
        <p:txBody>
          <a:bodyPr>
            <a:normAutofit lnSpcReduction="10000"/>
          </a:bodyPr>
          <a:lstStyle/>
          <a:p>
            <a:pPr marL="0" indent="0">
              <a:buNone/>
            </a:pPr>
            <a:r>
              <a:rPr lang="en-IN" dirty="0"/>
              <a:t>Reading uncommitted changes from another transaction (Oracle never allows this).</a:t>
            </a:r>
          </a:p>
          <a:p>
            <a:endParaRPr lang="en-IN" dirty="0"/>
          </a:p>
          <a:p>
            <a:pPr marL="0" indent="0">
              <a:buNone/>
            </a:pPr>
            <a:r>
              <a:rPr lang="en-IN" dirty="0"/>
              <a:t>Same query returns different results within the same transaction.</a:t>
            </a:r>
          </a:p>
          <a:p>
            <a:endParaRPr lang="en-IN" dirty="0"/>
          </a:p>
          <a:p>
            <a:pPr marL="0" indent="0">
              <a:buNone/>
            </a:pPr>
            <a:r>
              <a:rPr lang="en-IN" dirty="0"/>
              <a:t>New rows appear in a repeated query due to another transaction’s insert.</a:t>
            </a:r>
          </a:p>
        </p:txBody>
      </p:sp>
    </p:spTree>
    <p:extLst>
      <p:ext uri="{BB962C8B-B14F-4D97-AF65-F5344CB8AC3E}">
        <p14:creationId xmlns:p14="http://schemas.microsoft.com/office/powerpoint/2010/main" val="223738400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82256EF2-94D4-1136-DD8B-75893A0D0974}"/>
              </a:ext>
            </a:extLst>
          </p:cNvPr>
          <p:cNvSpPr>
            <a:spLocks noGrp="1"/>
          </p:cNvSpPr>
          <p:nvPr>
            <p:ph type="title"/>
          </p:nvPr>
        </p:nvSpPr>
        <p:spPr/>
        <p:txBody>
          <a:bodyPr>
            <a:normAutofit/>
          </a:bodyPr>
          <a:lstStyle/>
          <a:p>
            <a:r>
              <a:rPr lang="en-IN" b="1" dirty="0"/>
              <a:t>Oracle Supported Isolation Levels</a:t>
            </a:r>
            <a:endParaRPr lang="en-IN" dirty="0"/>
          </a:p>
        </p:txBody>
      </p:sp>
      <p:sp>
        <p:nvSpPr>
          <p:cNvPr id="8" name="Content Placeholder 7">
            <a:extLst>
              <a:ext uri="{FF2B5EF4-FFF2-40B4-BE49-F238E27FC236}">
                <a16:creationId xmlns:a16="http://schemas.microsoft.com/office/drawing/2014/main" id="{EEDF7F70-F784-05CB-C6C0-EC6FC276ED44}"/>
              </a:ext>
            </a:extLst>
          </p:cNvPr>
          <p:cNvSpPr>
            <a:spLocks noGrp="1"/>
          </p:cNvSpPr>
          <p:nvPr>
            <p:ph idx="1"/>
          </p:nvPr>
        </p:nvSpPr>
        <p:spPr/>
        <p:txBody>
          <a:bodyPr/>
          <a:lstStyle/>
          <a:p>
            <a:pPr>
              <a:defRPr sz="2000"/>
            </a:pPr>
            <a:r>
              <a:rPr lang="en-US" dirty="0"/>
              <a:t>READ COMMITTED (Default)</a:t>
            </a:r>
          </a:p>
          <a:p>
            <a:pPr>
              <a:defRPr sz="2000"/>
            </a:pPr>
            <a:r>
              <a:rPr lang="en-US" dirty="0"/>
              <a:t>SERIALIZABLE</a:t>
            </a:r>
          </a:p>
          <a:p>
            <a:pPr>
              <a:defRPr sz="2000"/>
            </a:pPr>
            <a:r>
              <a:rPr lang="en-US" dirty="0"/>
              <a:t>READ ONLY</a:t>
            </a:r>
          </a:p>
          <a:p>
            <a:endParaRPr lang="en-IN" dirty="0"/>
          </a:p>
        </p:txBody>
      </p:sp>
    </p:spTree>
    <p:extLst>
      <p:ext uri="{BB962C8B-B14F-4D97-AF65-F5344CB8AC3E}">
        <p14:creationId xmlns:p14="http://schemas.microsoft.com/office/powerpoint/2010/main" val="51260196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READ COMMITTED</a:t>
            </a:r>
          </a:p>
        </p:txBody>
      </p:sp>
      <p:sp>
        <p:nvSpPr>
          <p:cNvPr id="3" name="Content Placeholder 2"/>
          <p:cNvSpPr>
            <a:spLocks noGrp="1"/>
          </p:cNvSpPr>
          <p:nvPr>
            <p:ph idx="1"/>
          </p:nvPr>
        </p:nvSpPr>
        <p:spPr/>
        <p:txBody>
          <a:bodyPr/>
          <a:lstStyle/>
          <a:p>
            <a:pPr>
              <a:defRPr sz="2000"/>
            </a:pPr>
            <a:r>
              <a:rPr dirty="0"/>
              <a:t>Default isolation level in Oracle.</a:t>
            </a:r>
            <a:endParaRPr lang="en-IN" dirty="0"/>
          </a:p>
          <a:p>
            <a:pPr>
              <a:defRPr sz="2000"/>
            </a:pPr>
            <a:r>
              <a:rPr lang="en-IN" sz="2000" dirty="0"/>
              <a:t>Each query sees only committed data at the time it starts.</a:t>
            </a:r>
            <a:endParaRPr dirty="0"/>
          </a:p>
          <a:p>
            <a:pPr>
              <a:defRPr sz="2000"/>
            </a:pPr>
            <a:r>
              <a:rPr dirty="0"/>
              <a:t>Prevents Dirty Reads.</a:t>
            </a:r>
            <a:endParaRPr lang="en-IN" dirty="0"/>
          </a:p>
          <a:p>
            <a:pPr>
              <a:defRPr sz="2000"/>
            </a:pPr>
            <a:r>
              <a:rPr lang="en-IN" dirty="0"/>
              <a:t>Allows </a:t>
            </a:r>
            <a:r>
              <a:rPr lang="en-IN" sz="2000" dirty="0"/>
              <a:t>Non-repeatable reads, phantom reads</a:t>
            </a:r>
          </a:p>
          <a:p>
            <a:pPr>
              <a:defRPr sz="2000"/>
            </a:pPr>
            <a:endParaRPr dirty="0"/>
          </a:p>
          <a:p>
            <a:pPr>
              <a:defRPr sz="2000"/>
            </a:pPr>
            <a:r>
              <a:rPr b="1" dirty="0"/>
              <a:t>Command:</a:t>
            </a:r>
          </a:p>
          <a:p>
            <a:pPr>
              <a:defRPr sz="2000"/>
            </a:pPr>
            <a:r>
              <a:rPr dirty="0"/>
              <a:t>ALTER SESSION SET ISOLATION_LEVEL = READ COMMITTED;</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SERIALIZABLE</a:t>
            </a:r>
          </a:p>
        </p:txBody>
      </p:sp>
      <p:sp>
        <p:nvSpPr>
          <p:cNvPr id="3" name="Content Placeholder 2"/>
          <p:cNvSpPr>
            <a:spLocks noGrp="1"/>
          </p:cNvSpPr>
          <p:nvPr>
            <p:ph idx="1"/>
          </p:nvPr>
        </p:nvSpPr>
        <p:spPr/>
        <p:txBody>
          <a:bodyPr/>
          <a:lstStyle/>
          <a:p>
            <a:pPr>
              <a:defRPr sz="2000"/>
            </a:pPr>
            <a:r>
              <a:rPr lang="en-IN" sz="2000" dirty="0"/>
              <a:t>Transaction works as if it’s the only one running; consistent snapshot for the whole transaction.</a:t>
            </a:r>
          </a:p>
          <a:p>
            <a:pPr>
              <a:defRPr sz="2000"/>
            </a:pPr>
            <a:r>
              <a:rPr dirty="0"/>
              <a:t>Provides higher consistency.</a:t>
            </a:r>
            <a:endParaRPr lang="en-IN" dirty="0"/>
          </a:p>
          <a:p>
            <a:pPr>
              <a:defRPr sz="2000"/>
            </a:pPr>
            <a:r>
              <a:rPr lang="en-IN" dirty="0"/>
              <a:t>Prevents </a:t>
            </a:r>
            <a:r>
              <a:rPr lang="en-IN" sz="2000" dirty="0"/>
              <a:t>Dirty Reads, Non-repeatable Reads, Phantom Reads</a:t>
            </a:r>
            <a:endParaRPr dirty="0"/>
          </a:p>
          <a:p>
            <a:pPr>
              <a:defRPr sz="2000"/>
            </a:pPr>
            <a:r>
              <a:rPr dirty="0"/>
              <a:t>Command:</a:t>
            </a:r>
          </a:p>
          <a:p>
            <a:pPr>
              <a:defRPr sz="2000"/>
            </a:pPr>
            <a:r>
              <a:rPr dirty="0"/>
              <a:t>SET TRANSACTION ISOLATION LEVEL SERIALIZABLE;</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READ ONLY</a:t>
            </a:r>
          </a:p>
        </p:txBody>
      </p:sp>
      <p:sp>
        <p:nvSpPr>
          <p:cNvPr id="3" name="Content Placeholder 2"/>
          <p:cNvSpPr>
            <a:spLocks noGrp="1"/>
          </p:cNvSpPr>
          <p:nvPr>
            <p:ph idx="1"/>
          </p:nvPr>
        </p:nvSpPr>
        <p:spPr/>
        <p:txBody>
          <a:bodyPr/>
          <a:lstStyle/>
          <a:p>
            <a:pPr>
              <a:defRPr sz="2000"/>
            </a:pPr>
            <a:r>
              <a:rPr lang="en-IN" sz="2000" dirty="0"/>
              <a:t>Like SERIALIZABLE but no DML allowed.</a:t>
            </a:r>
            <a:endParaRPr lang="en-IN" dirty="0"/>
          </a:p>
          <a:p>
            <a:pPr>
              <a:defRPr sz="2000"/>
            </a:pPr>
            <a:r>
              <a:rPr dirty="0"/>
              <a:t>Allows only SELECT statements.</a:t>
            </a:r>
          </a:p>
          <a:p>
            <a:pPr>
              <a:defRPr sz="2000"/>
            </a:pPr>
            <a:r>
              <a:rPr dirty="0"/>
              <a:t>Useful for reporting applications.</a:t>
            </a:r>
          </a:p>
          <a:p>
            <a:pPr>
              <a:defRPr sz="2000"/>
            </a:pPr>
            <a:r>
              <a:rPr dirty="0"/>
              <a:t>Command:</a:t>
            </a:r>
          </a:p>
          <a:p>
            <a:pPr>
              <a:defRPr sz="2000"/>
            </a:pPr>
            <a:r>
              <a:rPr dirty="0"/>
              <a:t>SET TRANSACTION READ ONLY;</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F01771-6E73-D0CA-68B6-BE0DE3C65347}"/>
              </a:ext>
            </a:extLst>
          </p:cNvPr>
          <p:cNvSpPr>
            <a:spLocks noGrp="1"/>
          </p:cNvSpPr>
          <p:nvPr>
            <p:ph type="title"/>
          </p:nvPr>
        </p:nvSpPr>
        <p:spPr/>
        <p:txBody>
          <a:bodyPr>
            <a:normAutofit fontScale="90000"/>
          </a:bodyPr>
          <a:lstStyle/>
          <a:p>
            <a:r>
              <a:rPr lang="en-IN" b="1" dirty="0"/>
              <a:t>READ COMMITTED vs SERIALIZABLE</a:t>
            </a:r>
            <a:endParaRPr lang="en-IN" dirty="0"/>
          </a:p>
        </p:txBody>
      </p:sp>
      <p:sp>
        <p:nvSpPr>
          <p:cNvPr id="15" name="Content Placeholder 14">
            <a:extLst>
              <a:ext uri="{FF2B5EF4-FFF2-40B4-BE49-F238E27FC236}">
                <a16:creationId xmlns:a16="http://schemas.microsoft.com/office/drawing/2014/main" id="{1A410A3C-F8B9-C558-C08E-BD64C24622BB}"/>
              </a:ext>
            </a:extLst>
          </p:cNvPr>
          <p:cNvSpPr>
            <a:spLocks noGrp="1"/>
          </p:cNvSpPr>
          <p:nvPr>
            <p:ph idx="1"/>
          </p:nvPr>
        </p:nvSpPr>
        <p:spPr/>
        <p:txBody>
          <a:bodyPr>
            <a:normAutofit/>
          </a:bodyPr>
          <a:lstStyle/>
          <a:p>
            <a:pPr marL="0" indent="0">
              <a:buNone/>
            </a:pPr>
            <a:r>
              <a:rPr lang="en-IN" sz="2400" b="0" i="0" dirty="0">
                <a:solidFill>
                  <a:srgbClr val="6A737D"/>
                </a:solidFill>
                <a:effectLst/>
                <a:latin typeface="Courier New" panose="02070309020205020404" pitchFamily="49" charset="0"/>
              </a:rPr>
              <a:t>Create a test table</a:t>
            </a:r>
            <a:r>
              <a:rPr lang="en-IN" sz="2400" b="0" i="0" dirty="0">
                <a:effectLst/>
                <a:latin typeface="Courier New" panose="02070309020205020404" pitchFamily="49" charset="0"/>
              </a:rPr>
              <a:t> </a:t>
            </a:r>
          </a:p>
          <a:p>
            <a:pPr marL="0" indent="0">
              <a:buNone/>
            </a:pPr>
            <a:r>
              <a:rPr lang="en-IN" sz="2400" b="0" i="0" dirty="0">
                <a:solidFill>
                  <a:srgbClr val="D73A49"/>
                </a:solidFill>
                <a:effectLst/>
                <a:latin typeface="Courier New" panose="02070309020205020404" pitchFamily="49" charset="0"/>
              </a:rPr>
              <a:t>CREATE</a:t>
            </a:r>
            <a:r>
              <a:rPr lang="en-IN" sz="2400" b="0" i="0" dirty="0">
                <a:effectLst/>
                <a:latin typeface="Courier New" panose="02070309020205020404" pitchFamily="49" charset="0"/>
              </a:rPr>
              <a:t> </a:t>
            </a:r>
            <a:r>
              <a:rPr lang="en-IN" sz="2400" b="0" i="0" dirty="0">
                <a:solidFill>
                  <a:srgbClr val="D73A49"/>
                </a:solidFill>
                <a:effectLst/>
                <a:latin typeface="Courier New" panose="02070309020205020404" pitchFamily="49" charset="0"/>
              </a:rPr>
              <a:t>TABLE</a:t>
            </a:r>
            <a:r>
              <a:rPr lang="en-IN" sz="2400" b="0" i="0" dirty="0">
                <a:effectLst/>
                <a:latin typeface="Courier New" panose="02070309020205020404" pitchFamily="49" charset="0"/>
              </a:rPr>
              <a:t> accounts (</a:t>
            </a:r>
          </a:p>
          <a:p>
            <a:pPr marL="0" indent="0">
              <a:buNone/>
            </a:pPr>
            <a:r>
              <a:rPr lang="en-IN" sz="2400" b="0" i="0" dirty="0">
                <a:effectLst/>
                <a:latin typeface="Courier New" panose="02070309020205020404" pitchFamily="49" charset="0"/>
              </a:rPr>
              <a:t> id NUMBER </a:t>
            </a:r>
            <a:r>
              <a:rPr lang="en-IN" sz="2400" b="0" i="0" dirty="0">
                <a:solidFill>
                  <a:srgbClr val="D73A49"/>
                </a:solidFill>
                <a:effectLst/>
                <a:latin typeface="Courier New" panose="02070309020205020404" pitchFamily="49" charset="0"/>
              </a:rPr>
              <a:t>PRIMARY</a:t>
            </a:r>
            <a:r>
              <a:rPr lang="en-IN" sz="2400" b="0" i="0" dirty="0">
                <a:effectLst/>
                <a:latin typeface="Courier New" panose="02070309020205020404" pitchFamily="49" charset="0"/>
              </a:rPr>
              <a:t> KEY, </a:t>
            </a:r>
          </a:p>
          <a:p>
            <a:pPr marL="0" indent="0">
              <a:buNone/>
            </a:pPr>
            <a:r>
              <a:rPr lang="en-IN" sz="2400" b="0" i="0" dirty="0">
                <a:effectLst/>
                <a:latin typeface="Courier New" panose="02070309020205020404" pitchFamily="49" charset="0"/>
              </a:rPr>
              <a:t>balance NUMBER ); </a:t>
            </a:r>
          </a:p>
          <a:p>
            <a:pPr marL="0" indent="0">
              <a:buNone/>
            </a:pPr>
            <a:endParaRPr lang="en-IN" sz="2400" b="0" i="0" dirty="0">
              <a:solidFill>
                <a:srgbClr val="6A737D"/>
              </a:solidFill>
              <a:effectLst/>
              <a:latin typeface="Courier New" panose="02070309020205020404" pitchFamily="49" charset="0"/>
            </a:endParaRPr>
          </a:p>
          <a:p>
            <a:pPr marL="0" indent="0">
              <a:buNone/>
            </a:pPr>
            <a:r>
              <a:rPr lang="en-IN" sz="2400" b="0" i="0" dirty="0">
                <a:solidFill>
                  <a:srgbClr val="6A737D"/>
                </a:solidFill>
                <a:effectLst/>
                <a:latin typeface="Courier New" panose="02070309020205020404" pitchFamily="49" charset="0"/>
              </a:rPr>
              <a:t>-- Insert sample data</a:t>
            </a:r>
            <a:r>
              <a:rPr lang="en-IN" sz="2400" b="0" i="0" dirty="0">
                <a:effectLst/>
                <a:latin typeface="Courier New" panose="02070309020205020404" pitchFamily="49" charset="0"/>
              </a:rPr>
              <a:t> </a:t>
            </a:r>
          </a:p>
          <a:p>
            <a:pPr marL="0" indent="0">
              <a:buNone/>
            </a:pPr>
            <a:r>
              <a:rPr lang="en-IN" sz="2400" b="0" i="0" dirty="0">
                <a:solidFill>
                  <a:srgbClr val="D73A49"/>
                </a:solidFill>
                <a:effectLst/>
                <a:latin typeface="Courier New" panose="02070309020205020404" pitchFamily="49" charset="0"/>
              </a:rPr>
              <a:t>INSERT</a:t>
            </a:r>
            <a:r>
              <a:rPr lang="en-IN" sz="2400" b="0" i="0" dirty="0">
                <a:effectLst/>
                <a:latin typeface="Courier New" panose="02070309020205020404" pitchFamily="49" charset="0"/>
              </a:rPr>
              <a:t> </a:t>
            </a:r>
            <a:r>
              <a:rPr lang="en-IN" sz="2400" b="0" i="0" dirty="0">
                <a:solidFill>
                  <a:srgbClr val="D73A49"/>
                </a:solidFill>
                <a:effectLst/>
                <a:latin typeface="Courier New" panose="02070309020205020404" pitchFamily="49" charset="0"/>
              </a:rPr>
              <a:t>INTO</a:t>
            </a:r>
            <a:r>
              <a:rPr lang="en-IN" sz="2400" b="0" i="0" dirty="0">
                <a:effectLst/>
                <a:latin typeface="Courier New" panose="02070309020205020404" pitchFamily="49" charset="0"/>
              </a:rPr>
              <a:t> accounts </a:t>
            </a:r>
            <a:r>
              <a:rPr lang="en-IN" sz="2400" b="0" i="0" dirty="0">
                <a:solidFill>
                  <a:srgbClr val="D73A49"/>
                </a:solidFill>
                <a:effectLst/>
                <a:latin typeface="Courier New" panose="02070309020205020404" pitchFamily="49" charset="0"/>
              </a:rPr>
              <a:t>VALUES</a:t>
            </a:r>
            <a:r>
              <a:rPr lang="en-IN" sz="2400" b="0" i="0" dirty="0">
                <a:effectLst/>
                <a:latin typeface="Courier New" panose="02070309020205020404" pitchFamily="49" charset="0"/>
              </a:rPr>
              <a:t> (</a:t>
            </a:r>
            <a:r>
              <a:rPr lang="en-IN" sz="2400" b="0" i="0" dirty="0">
                <a:solidFill>
                  <a:srgbClr val="005CC5"/>
                </a:solidFill>
                <a:effectLst/>
                <a:latin typeface="Courier New" panose="02070309020205020404" pitchFamily="49" charset="0"/>
              </a:rPr>
              <a:t>1</a:t>
            </a:r>
            <a:r>
              <a:rPr lang="en-IN" sz="2400" b="0" i="0" dirty="0">
                <a:effectLst/>
                <a:latin typeface="Courier New" panose="02070309020205020404" pitchFamily="49" charset="0"/>
              </a:rPr>
              <a:t>, </a:t>
            </a:r>
            <a:r>
              <a:rPr lang="en-IN" sz="2400" b="0" i="0" dirty="0">
                <a:solidFill>
                  <a:srgbClr val="005CC5"/>
                </a:solidFill>
                <a:effectLst/>
                <a:latin typeface="Courier New" panose="02070309020205020404" pitchFamily="49" charset="0"/>
              </a:rPr>
              <a:t>1000</a:t>
            </a:r>
            <a:r>
              <a:rPr lang="en-IN" sz="2400" b="0" i="0" dirty="0">
                <a:effectLst/>
                <a:latin typeface="Courier New" panose="02070309020205020404" pitchFamily="49" charset="0"/>
              </a:rPr>
              <a:t>); </a:t>
            </a:r>
          </a:p>
          <a:p>
            <a:pPr marL="0" indent="0">
              <a:buNone/>
            </a:pPr>
            <a:r>
              <a:rPr lang="en-IN" sz="2400" b="0" i="0" dirty="0">
                <a:solidFill>
                  <a:srgbClr val="D73A49"/>
                </a:solidFill>
                <a:effectLst/>
                <a:latin typeface="Courier New" panose="02070309020205020404" pitchFamily="49" charset="0"/>
              </a:rPr>
              <a:t>INSERT</a:t>
            </a:r>
            <a:r>
              <a:rPr lang="en-IN" sz="2400" b="0" i="0" dirty="0">
                <a:effectLst/>
                <a:latin typeface="Courier New" panose="02070309020205020404" pitchFamily="49" charset="0"/>
              </a:rPr>
              <a:t> </a:t>
            </a:r>
            <a:r>
              <a:rPr lang="en-IN" sz="2400" b="0" i="0" dirty="0">
                <a:solidFill>
                  <a:srgbClr val="D73A49"/>
                </a:solidFill>
                <a:effectLst/>
                <a:latin typeface="Courier New" panose="02070309020205020404" pitchFamily="49" charset="0"/>
              </a:rPr>
              <a:t>INTO</a:t>
            </a:r>
            <a:r>
              <a:rPr lang="en-IN" sz="2400" b="0" i="0" dirty="0">
                <a:effectLst/>
                <a:latin typeface="Courier New" panose="02070309020205020404" pitchFamily="49" charset="0"/>
              </a:rPr>
              <a:t> accounts </a:t>
            </a:r>
            <a:r>
              <a:rPr lang="en-IN" sz="2400" b="0" i="0" dirty="0">
                <a:solidFill>
                  <a:srgbClr val="D73A49"/>
                </a:solidFill>
                <a:effectLst/>
                <a:latin typeface="Courier New" panose="02070309020205020404" pitchFamily="49" charset="0"/>
              </a:rPr>
              <a:t>VALUES</a:t>
            </a:r>
            <a:r>
              <a:rPr lang="en-IN" sz="2400" b="0" i="0" dirty="0">
                <a:effectLst/>
                <a:latin typeface="Courier New" panose="02070309020205020404" pitchFamily="49" charset="0"/>
              </a:rPr>
              <a:t> (</a:t>
            </a:r>
            <a:r>
              <a:rPr lang="en-IN" sz="2400" b="0" i="0" dirty="0">
                <a:solidFill>
                  <a:srgbClr val="005CC5"/>
                </a:solidFill>
                <a:effectLst/>
                <a:latin typeface="Courier New" panose="02070309020205020404" pitchFamily="49" charset="0"/>
              </a:rPr>
              <a:t>2</a:t>
            </a:r>
            <a:r>
              <a:rPr lang="en-IN" sz="2400" b="0" i="0" dirty="0">
                <a:effectLst/>
                <a:latin typeface="Courier New" panose="02070309020205020404" pitchFamily="49" charset="0"/>
              </a:rPr>
              <a:t>, </a:t>
            </a:r>
            <a:r>
              <a:rPr lang="en-IN" sz="2400" b="0" i="0" dirty="0">
                <a:solidFill>
                  <a:srgbClr val="005CC5"/>
                </a:solidFill>
                <a:effectLst/>
                <a:latin typeface="Courier New" panose="02070309020205020404" pitchFamily="49" charset="0"/>
              </a:rPr>
              <a:t>2000</a:t>
            </a:r>
            <a:r>
              <a:rPr lang="en-IN" sz="2400" b="0" i="0" dirty="0">
                <a:effectLst/>
                <a:latin typeface="Courier New" panose="02070309020205020404" pitchFamily="49" charset="0"/>
              </a:rPr>
              <a:t>); </a:t>
            </a:r>
            <a:r>
              <a:rPr lang="en-IN" sz="2400" b="0" i="0" dirty="0">
                <a:solidFill>
                  <a:srgbClr val="D73A49"/>
                </a:solidFill>
                <a:effectLst/>
                <a:latin typeface="Courier New" panose="02070309020205020404" pitchFamily="49" charset="0"/>
              </a:rPr>
              <a:t>COMMIT</a:t>
            </a:r>
            <a:r>
              <a:rPr lang="en-IN" sz="2400" b="0" i="0" dirty="0">
                <a:effectLst/>
                <a:latin typeface="Courier New" panose="02070309020205020404" pitchFamily="49" charset="0"/>
              </a:rPr>
              <a:t>;</a:t>
            </a:r>
            <a:endParaRPr lang="en-IN" sz="2400" dirty="0"/>
          </a:p>
        </p:txBody>
      </p:sp>
    </p:spTree>
    <p:extLst>
      <p:ext uri="{BB962C8B-B14F-4D97-AF65-F5344CB8AC3E}">
        <p14:creationId xmlns:p14="http://schemas.microsoft.com/office/powerpoint/2010/main" val="49691933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F39924-CF74-5413-4A45-E144586CEC43}"/>
              </a:ext>
            </a:extLst>
          </p:cNvPr>
          <p:cNvSpPr>
            <a:spLocks noGrp="1"/>
          </p:cNvSpPr>
          <p:nvPr>
            <p:ph type="title"/>
          </p:nvPr>
        </p:nvSpPr>
        <p:spPr>
          <a:xfrm>
            <a:off x="457200" y="-352683"/>
            <a:ext cx="8229600" cy="1143000"/>
          </a:xfrm>
        </p:spPr>
        <p:txBody>
          <a:bodyPr>
            <a:normAutofit fontScale="90000"/>
          </a:bodyPr>
          <a:lstStyle/>
          <a:p>
            <a:r>
              <a:rPr lang="en-IN" b="1" dirty="0"/>
              <a:t>READ COMMITTED vs SERIALIZABLE</a:t>
            </a:r>
            <a:endParaRPr lang="en-IN" dirty="0"/>
          </a:p>
        </p:txBody>
      </p:sp>
      <p:sp>
        <p:nvSpPr>
          <p:cNvPr id="4" name="Text Placeholder 3">
            <a:extLst>
              <a:ext uri="{FF2B5EF4-FFF2-40B4-BE49-F238E27FC236}">
                <a16:creationId xmlns:a16="http://schemas.microsoft.com/office/drawing/2014/main" id="{FE1ECA05-D0FB-0AC1-9A4D-555FA30F29AD}"/>
              </a:ext>
            </a:extLst>
          </p:cNvPr>
          <p:cNvSpPr>
            <a:spLocks noGrp="1"/>
          </p:cNvSpPr>
          <p:nvPr>
            <p:ph type="body" idx="1"/>
          </p:nvPr>
        </p:nvSpPr>
        <p:spPr>
          <a:xfrm>
            <a:off x="457200" y="530336"/>
            <a:ext cx="4040188" cy="639762"/>
          </a:xfrm>
        </p:spPr>
        <p:txBody>
          <a:bodyPr/>
          <a:lstStyle/>
          <a:p>
            <a:r>
              <a:rPr lang="en-IN" dirty="0"/>
              <a:t>Session 1</a:t>
            </a:r>
          </a:p>
        </p:txBody>
      </p:sp>
      <p:sp>
        <p:nvSpPr>
          <p:cNvPr id="5" name="Content Placeholder 4">
            <a:extLst>
              <a:ext uri="{FF2B5EF4-FFF2-40B4-BE49-F238E27FC236}">
                <a16:creationId xmlns:a16="http://schemas.microsoft.com/office/drawing/2014/main" id="{757C79E5-B598-3D87-07EA-83A213EAA3F4}"/>
              </a:ext>
            </a:extLst>
          </p:cNvPr>
          <p:cNvSpPr>
            <a:spLocks noGrp="1"/>
          </p:cNvSpPr>
          <p:nvPr>
            <p:ph sz="half" idx="2"/>
          </p:nvPr>
        </p:nvSpPr>
        <p:spPr>
          <a:xfrm>
            <a:off x="457200" y="1170097"/>
            <a:ext cx="4040188" cy="4523637"/>
          </a:xfrm>
        </p:spPr>
        <p:txBody>
          <a:bodyPr>
            <a:normAutofit lnSpcReduction="10000"/>
          </a:bodyPr>
          <a:lstStyle/>
          <a:p>
            <a:pPr marL="0" indent="0">
              <a:buNone/>
            </a:pPr>
            <a:r>
              <a:rPr lang="en-IN" sz="1600" b="0" i="0" dirty="0">
                <a:solidFill>
                  <a:srgbClr val="6A737D"/>
                </a:solidFill>
                <a:effectLst/>
                <a:latin typeface="Courier New" panose="02070309020205020404" pitchFamily="49" charset="0"/>
              </a:rPr>
              <a:t>Start transaction in READ COMMITTED mode</a:t>
            </a:r>
            <a:r>
              <a:rPr lang="en-IN" sz="1600" b="0" i="0" dirty="0">
                <a:effectLst/>
                <a:latin typeface="Courier New" panose="02070309020205020404" pitchFamily="49" charset="0"/>
              </a:rPr>
              <a:t> </a:t>
            </a:r>
          </a:p>
          <a:p>
            <a:pPr marL="0" indent="0">
              <a:buNone/>
            </a:pPr>
            <a:r>
              <a:rPr lang="en-IN" sz="1600" b="0" i="0" dirty="0">
                <a:solidFill>
                  <a:srgbClr val="D73A49"/>
                </a:solidFill>
                <a:effectLst/>
                <a:latin typeface="Courier New" panose="02070309020205020404" pitchFamily="49" charset="0"/>
              </a:rPr>
              <a:t>SET</a:t>
            </a:r>
            <a:r>
              <a:rPr lang="en-IN" sz="1600" b="0" i="0" dirty="0">
                <a:effectLst/>
                <a:latin typeface="Courier New" panose="02070309020205020404" pitchFamily="49" charset="0"/>
              </a:rPr>
              <a:t> TRANSACTION ISOLATION LEVEL READ COMMITTED;</a:t>
            </a:r>
          </a:p>
          <a:p>
            <a:pPr marL="0" indent="0">
              <a:buNone/>
            </a:pPr>
            <a:r>
              <a:rPr lang="en-IN" sz="1600" b="0" i="0" dirty="0">
                <a:effectLst/>
                <a:latin typeface="Courier New" panose="02070309020205020404" pitchFamily="49" charset="0"/>
              </a:rPr>
              <a:t> </a:t>
            </a:r>
          </a:p>
          <a:p>
            <a:pPr marL="0" indent="0">
              <a:buNone/>
            </a:pPr>
            <a:r>
              <a:rPr lang="en-IN" sz="1600" b="0" i="0" dirty="0">
                <a:solidFill>
                  <a:srgbClr val="6A737D"/>
                </a:solidFill>
                <a:effectLst/>
                <a:latin typeface="Courier New" panose="02070309020205020404" pitchFamily="49" charset="0"/>
              </a:rPr>
              <a:t>Deduct 100 from account 1</a:t>
            </a:r>
            <a:r>
              <a:rPr lang="en-IN" sz="1600" b="0" i="0" dirty="0">
                <a:effectLst/>
                <a:latin typeface="Courier New" panose="02070309020205020404" pitchFamily="49" charset="0"/>
              </a:rPr>
              <a:t> </a:t>
            </a:r>
            <a:r>
              <a:rPr lang="en-IN" sz="1600" b="0" i="0" dirty="0">
                <a:solidFill>
                  <a:srgbClr val="D73A49"/>
                </a:solidFill>
                <a:effectLst/>
                <a:latin typeface="Courier New" panose="02070309020205020404" pitchFamily="49" charset="0"/>
              </a:rPr>
              <a:t>UPDATE</a:t>
            </a:r>
            <a:r>
              <a:rPr lang="en-IN" sz="1600" b="0" i="0" dirty="0">
                <a:effectLst/>
                <a:latin typeface="Courier New" panose="02070309020205020404" pitchFamily="49" charset="0"/>
              </a:rPr>
              <a:t> accounts </a:t>
            </a:r>
          </a:p>
          <a:p>
            <a:pPr marL="0" indent="0">
              <a:buNone/>
            </a:pPr>
            <a:r>
              <a:rPr lang="en-IN" sz="1600" b="0" i="0" dirty="0">
                <a:solidFill>
                  <a:srgbClr val="D73A49"/>
                </a:solidFill>
                <a:effectLst/>
                <a:latin typeface="Courier New" panose="02070309020205020404" pitchFamily="49" charset="0"/>
              </a:rPr>
              <a:t>SET</a:t>
            </a:r>
            <a:r>
              <a:rPr lang="en-IN" sz="1600" b="0" i="0" dirty="0">
                <a:effectLst/>
                <a:latin typeface="Courier New" panose="02070309020205020404" pitchFamily="49" charset="0"/>
              </a:rPr>
              <a:t> balance </a:t>
            </a:r>
            <a:r>
              <a:rPr lang="en-IN" sz="1600" b="0" i="0" dirty="0">
                <a:solidFill>
                  <a:srgbClr val="005CC5"/>
                </a:solidFill>
                <a:effectLst/>
                <a:latin typeface="Courier New" panose="02070309020205020404" pitchFamily="49" charset="0"/>
              </a:rPr>
              <a:t>=</a:t>
            </a:r>
            <a:r>
              <a:rPr lang="en-IN" sz="1600" b="0" i="0" dirty="0">
                <a:effectLst/>
                <a:latin typeface="Courier New" panose="02070309020205020404" pitchFamily="49" charset="0"/>
              </a:rPr>
              <a:t> balance </a:t>
            </a:r>
            <a:r>
              <a:rPr lang="en-IN" sz="1600" b="0" i="0" dirty="0">
                <a:solidFill>
                  <a:srgbClr val="005CC5"/>
                </a:solidFill>
                <a:effectLst/>
                <a:latin typeface="Courier New" panose="02070309020205020404" pitchFamily="49" charset="0"/>
              </a:rPr>
              <a:t>-</a:t>
            </a:r>
            <a:r>
              <a:rPr lang="en-IN" sz="1600" b="0" i="0" dirty="0">
                <a:effectLst/>
                <a:latin typeface="Courier New" panose="02070309020205020404" pitchFamily="49" charset="0"/>
              </a:rPr>
              <a:t> </a:t>
            </a:r>
            <a:r>
              <a:rPr lang="en-IN" sz="1600" b="0" i="0" dirty="0">
                <a:solidFill>
                  <a:srgbClr val="005CC5"/>
                </a:solidFill>
                <a:effectLst/>
                <a:latin typeface="Courier New" panose="02070309020205020404" pitchFamily="49" charset="0"/>
              </a:rPr>
              <a:t>100</a:t>
            </a:r>
            <a:r>
              <a:rPr lang="en-IN" sz="1600" b="0" i="0" dirty="0">
                <a:effectLst/>
                <a:latin typeface="Courier New" panose="02070309020205020404" pitchFamily="49" charset="0"/>
              </a:rPr>
              <a:t> </a:t>
            </a:r>
            <a:r>
              <a:rPr lang="en-IN" sz="1600" b="0" i="0" dirty="0">
                <a:solidFill>
                  <a:srgbClr val="D73A49"/>
                </a:solidFill>
                <a:effectLst/>
                <a:latin typeface="Courier New" panose="02070309020205020404" pitchFamily="49" charset="0"/>
              </a:rPr>
              <a:t>WHERE</a:t>
            </a:r>
            <a:r>
              <a:rPr lang="en-IN" sz="1600" b="0" i="0" dirty="0">
                <a:effectLst/>
                <a:latin typeface="Courier New" panose="02070309020205020404" pitchFamily="49" charset="0"/>
              </a:rPr>
              <a:t> id </a:t>
            </a:r>
            <a:r>
              <a:rPr lang="en-IN" sz="1600" b="0" i="0" dirty="0">
                <a:solidFill>
                  <a:srgbClr val="005CC5"/>
                </a:solidFill>
                <a:effectLst/>
                <a:latin typeface="Courier New" panose="02070309020205020404" pitchFamily="49" charset="0"/>
              </a:rPr>
              <a:t>=</a:t>
            </a:r>
            <a:r>
              <a:rPr lang="en-IN" sz="1600" b="0" i="0" dirty="0">
                <a:effectLst/>
                <a:latin typeface="Courier New" panose="02070309020205020404" pitchFamily="49" charset="0"/>
              </a:rPr>
              <a:t> </a:t>
            </a:r>
            <a:r>
              <a:rPr lang="en-IN" sz="1600" b="0" i="0" dirty="0">
                <a:solidFill>
                  <a:srgbClr val="005CC5"/>
                </a:solidFill>
                <a:effectLst/>
                <a:latin typeface="Courier New" panose="02070309020205020404" pitchFamily="49" charset="0"/>
              </a:rPr>
              <a:t>1</a:t>
            </a:r>
            <a:r>
              <a:rPr lang="en-IN" sz="1600" b="0" i="0" dirty="0">
                <a:effectLst/>
                <a:latin typeface="Courier New" panose="02070309020205020404" pitchFamily="49" charset="0"/>
              </a:rPr>
              <a:t>; </a:t>
            </a:r>
          </a:p>
          <a:p>
            <a:pPr marL="0" indent="0">
              <a:buNone/>
            </a:pPr>
            <a:endParaRPr lang="en-IN" sz="1600" b="0" i="0" dirty="0">
              <a:solidFill>
                <a:srgbClr val="6A737D"/>
              </a:solidFill>
              <a:effectLst/>
              <a:latin typeface="Courier New" panose="02070309020205020404" pitchFamily="49" charset="0"/>
            </a:endParaRPr>
          </a:p>
          <a:p>
            <a:pPr marL="0" indent="0">
              <a:buNone/>
            </a:pPr>
            <a:r>
              <a:rPr lang="en-IN" sz="1600" b="0" i="0" dirty="0">
                <a:solidFill>
                  <a:srgbClr val="6A737D"/>
                </a:solidFill>
                <a:effectLst/>
                <a:latin typeface="Courier New" panose="02070309020205020404" pitchFamily="49" charset="0"/>
              </a:rPr>
              <a:t>Do NOT commit yet</a:t>
            </a:r>
            <a:r>
              <a:rPr lang="en-IN" sz="1600" b="0" i="0" dirty="0">
                <a:effectLst/>
                <a:latin typeface="Courier New" panose="02070309020205020404" pitchFamily="49" charset="0"/>
              </a:rPr>
              <a:t> </a:t>
            </a:r>
            <a:r>
              <a:rPr lang="en-IN" sz="1600" b="0" i="0" dirty="0">
                <a:solidFill>
                  <a:srgbClr val="6A737D"/>
                </a:solidFill>
                <a:effectLst/>
                <a:latin typeface="Courier New" panose="02070309020205020404" pitchFamily="49" charset="0"/>
              </a:rPr>
              <a:t>-- Check your own change</a:t>
            </a:r>
            <a:r>
              <a:rPr lang="en-IN" sz="1600" b="0" i="0" dirty="0">
                <a:effectLst/>
                <a:latin typeface="Courier New" panose="02070309020205020404" pitchFamily="49" charset="0"/>
              </a:rPr>
              <a:t> </a:t>
            </a:r>
          </a:p>
          <a:p>
            <a:pPr marL="0" indent="0">
              <a:buNone/>
            </a:pPr>
            <a:endParaRPr lang="en-IN" sz="1600" b="0" i="0" dirty="0">
              <a:solidFill>
                <a:srgbClr val="D73A49"/>
              </a:solidFill>
              <a:effectLst/>
              <a:latin typeface="Courier New" panose="02070309020205020404" pitchFamily="49" charset="0"/>
            </a:endParaRPr>
          </a:p>
          <a:p>
            <a:pPr marL="0" indent="0">
              <a:buNone/>
            </a:pPr>
            <a:r>
              <a:rPr lang="en-IN" sz="1600" b="0" i="0" dirty="0">
                <a:solidFill>
                  <a:srgbClr val="D73A49"/>
                </a:solidFill>
                <a:effectLst/>
                <a:latin typeface="Courier New" panose="02070309020205020404" pitchFamily="49" charset="0"/>
              </a:rPr>
              <a:t>SELECT</a:t>
            </a:r>
            <a:r>
              <a:rPr lang="en-IN" sz="1600" b="0" i="0" dirty="0">
                <a:effectLst/>
                <a:latin typeface="Courier New" panose="02070309020205020404" pitchFamily="49" charset="0"/>
              </a:rPr>
              <a:t> balance </a:t>
            </a:r>
            <a:r>
              <a:rPr lang="en-IN" sz="1600" b="0" i="0" dirty="0">
                <a:solidFill>
                  <a:srgbClr val="D73A49"/>
                </a:solidFill>
                <a:effectLst/>
                <a:latin typeface="Courier New" panose="02070309020205020404" pitchFamily="49" charset="0"/>
              </a:rPr>
              <a:t>FROM</a:t>
            </a:r>
            <a:r>
              <a:rPr lang="en-IN" sz="1600" b="0" i="0" dirty="0">
                <a:effectLst/>
                <a:latin typeface="Courier New" panose="02070309020205020404" pitchFamily="49" charset="0"/>
              </a:rPr>
              <a:t> accounts </a:t>
            </a:r>
            <a:r>
              <a:rPr lang="en-IN" sz="1600" b="0" i="0" dirty="0">
                <a:solidFill>
                  <a:srgbClr val="D73A49"/>
                </a:solidFill>
                <a:effectLst/>
                <a:latin typeface="Courier New" panose="02070309020205020404" pitchFamily="49" charset="0"/>
              </a:rPr>
              <a:t>WHERE</a:t>
            </a:r>
            <a:r>
              <a:rPr lang="en-IN" sz="1600" b="0" i="0" dirty="0">
                <a:effectLst/>
                <a:latin typeface="Courier New" panose="02070309020205020404" pitchFamily="49" charset="0"/>
              </a:rPr>
              <a:t> id </a:t>
            </a:r>
            <a:r>
              <a:rPr lang="en-IN" sz="1600" b="0" i="0" dirty="0">
                <a:solidFill>
                  <a:srgbClr val="005CC5"/>
                </a:solidFill>
                <a:effectLst/>
                <a:latin typeface="Courier New" panose="02070309020205020404" pitchFamily="49" charset="0"/>
              </a:rPr>
              <a:t>=</a:t>
            </a:r>
            <a:r>
              <a:rPr lang="en-IN" sz="1600" b="0" i="0" dirty="0">
                <a:effectLst/>
                <a:latin typeface="Courier New" panose="02070309020205020404" pitchFamily="49" charset="0"/>
              </a:rPr>
              <a:t> </a:t>
            </a:r>
            <a:r>
              <a:rPr lang="en-IN" sz="1600" b="0" i="0" dirty="0">
                <a:solidFill>
                  <a:srgbClr val="005CC5"/>
                </a:solidFill>
                <a:effectLst/>
                <a:latin typeface="Courier New" panose="02070309020205020404" pitchFamily="49" charset="0"/>
              </a:rPr>
              <a:t>1</a:t>
            </a:r>
            <a:r>
              <a:rPr lang="en-IN" sz="1600" b="0" i="0" dirty="0">
                <a:effectLst/>
                <a:latin typeface="Courier New" panose="02070309020205020404" pitchFamily="49" charset="0"/>
              </a:rPr>
              <a:t>; </a:t>
            </a:r>
          </a:p>
          <a:p>
            <a:pPr marL="0" indent="0">
              <a:buNone/>
            </a:pPr>
            <a:r>
              <a:rPr lang="en-IN" sz="1600" b="0" i="0" dirty="0">
                <a:solidFill>
                  <a:srgbClr val="6A737D"/>
                </a:solidFill>
                <a:effectLst/>
                <a:latin typeface="Courier New" panose="02070309020205020404" pitchFamily="49" charset="0"/>
              </a:rPr>
              <a:t>-- Output: 900 (uncommitted change visible to you)</a:t>
            </a:r>
            <a:endParaRPr lang="en-IN" sz="1600" dirty="0"/>
          </a:p>
        </p:txBody>
      </p:sp>
      <p:sp>
        <p:nvSpPr>
          <p:cNvPr id="6" name="Text Placeholder 5">
            <a:extLst>
              <a:ext uri="{FF2B5EF4-FFF2-40B4-BE49-F238E27FC236}">
                <a16:creationId xmlns:a16="http://schemas.microsoft.com/office/drawing/2014/main" id="{A21B30B5-A21E-CBBC-19F0-6903DF5916C2}"/>
              </a:ext>
            </a:extLst>
          </p:cNvPr>
          <p:cNvSpPr>
            <a:spLocks noGrp="1"/>
          </p:cNvSpPr>
          <p:nvPr>
            <p:ph type="body" sz="quarter" idx="3"/>
          </p:nvPr>
        </p:nvSpPr>
        <p:spPr>
          <a:xfrm>
            <a:off x="4645025" y="498438"/>
            <a:ext cx="4041775" cy="639762"/>
          </a:xfrm>
        </p:spPr>
        <p:txBody>
          <a:bodyPr/>
          <a:lstStyle/>
          <a:p>
            <a:r>
              <a:rPr lang="en-IN" dirty="0"/>
              <a:t>Session 2</a:t>
            </a:r>
          </a:p>
        </p:txBody>
      </p:sp>
      <p:sp>
        <p:nvSpPr>
          <p:cNvPr id="7" name="Content Placeholder 6">
            <a:extLst>
              <a:ext uri="{FF2B5EF4-FFF2-40B4-BE49-F238E27FC236}">
                <a16:creationId xmlns:a16="http://schemas.microsoft.com/office/drawing/2014/main" id="{0AA55EE7-3C59-8900-004E-DA550129E936}"/>
              </a:ext>
            </a:extLst>
          </p:cNvPr>
          <p:cNvSpPr>
            <a:spLocks noGrp="1"/>
          </p:cNvSpPr>
          <p:nvPr>
            <p:ph sz="quarter" idx="4"/>
          </p:nvPr>
        </p:nvSpPr>
        <p:spPr>
          <a:xfrm>
            <a:off x="4645025" y="1138200"/>
            <a:ext cx="4041775" cy="4360642"/>
          </a:xfrm>
        </p:spPr>
        <p:txBody>
          <a:bodyPr>
            <a:normAutofit lnSpcReduction="10000"/>
          </a:bodyPr>
          <a:lstStyle/>
          <a:p>
            <a:pPr marL="0" indent="0">
              <a:buNone/>
            </a:pPr>
            <a:r>
              <a:rPr lang="en-IN" sz="1800" b="0" i="0" dirty="0">
                <a:solidFill>
                  <a:srgbClr val="6A737D"/>
                </a:solidFill>
                <a:effectLst/>
                <a:latin typeface="Courier New" panose="02070309020205020404" pitchFamily="49" charset="0"/>
              </a:rPr>
              <a:t>Default is READ COMMITTED</a:t>
            </a:r>
            <a:r>
              <a:rPr lang="en-IN" sz="1800" b="0" i="0" dirty="0">
                <a:effectLst/>
                <a:latin typeface="Courier New" panose="02070309020205020404" pitchFamily="49" charset="0"/>
              </a:rPr>
              <a:t> </a:t>
            </a:r>
          </a:p>
          <a:p>
            <a:pPr marL="0" indent="0">
              <a:buNone/>
            </a:pPr>
            <a:r>
              <a:rPr lang="en-IN" sz="1800" b="0" i="0" dirty="0">
                <a:solidFill>
                  <a:srgbClr val="D73A49"/>
                </a:solidFill>
                <a:effectLst/>
                <a:latin typeface="Courier New" panose="02070309020205020404" pitchFamily="49" charset="0"/>
              </a:rPr>
              <a:t>SELECT</a:t>
            </a:r>
            <a:r>
              <a:rPr lang="en-IN" sz="1800" b="0" i="0" dirty="0">
                <a:effectLst/>
                <a:latin typeface="Courier New" panose="02070309020205020404" pitchFamily="49" charset="0"/>
              </a:rPr>
              <a:t> balance </a:t>
            </a:r>
            <a:r>
              <a:rPr lang="en-IN" sz="1800" b="0" i="0" dirty="0">
                <a:solidFill>
                  <a:srgbClr val="D73A49"/>
                </a:solidFill>
                <a:effectLst/>
                <a:latin typeface="Courier New" panose="02070309020205020404" pitchFamily="49" charset="0"/>
              </a:rPr>
              <a:t>FROM</a:t>
            </a:r>
            <a:r>
              <a:rPr lang="en-IN" sz="1800" b="0" i="0" dirty="0">
                <a:effectLst/>
                <a:latin typeface="Courier New" panose="02070309020205020404" pitchFamily="49" charset="0"/>
              </a:rPr>
              <a:t> accounts </a:t>
            </a:r>
            <a:r>
              <a:rPr lang="en-IN" sz="1800" b="0" i="0" dirty="0">
                <a:solidFill>
                  <a:srgbClr val="D73A49"/>
                </a:solidFill>
                <a:effectLst/>
                <a:latin typeface="Courier New" panose="02070309020205020404" pitchFamily="49" charset="0"/>
              </a:rPr>
              <a:t>WHERE</a:t>
            </a:r>
            <a:r>
              <a:rPr lang="en-IN" sz="1800" b="0" i="0" dirty="0">
                <a:effectLst/>
                <a:latin typeface="Courier New" panose="02070309020205020404" pitchFamily="49" charset="0"/>
              </a:rPr>
              <a:t> id </a:t>
            </a:r>
            <a:r>
              <a:rPr lang="en-IN" sz="1800" b="0" i="0" dirty="0">
                <a:solidFill>
                  <a:srgbClr val="005CC5"/>
                </a:solidFill>
                <a:effectLst/>
                <a:latin typeface="Courier New" panose="02070309020205020404" pitchFamily="49" charset="0"/>
              </a:rPr>
              <a:t>=</a:t>
            </a:r>
            <a:r>
              <a:rPr lang="en-IN" sz="1800" b="0" i="0" dirty="0">
                <a:effectLst/>
                <a:latin typeface="Courier New" panose="02070309020205020404" pitchFamily="49" charset="0"/>
              </a:rPr>
              <a:t> </a:t>
            </a:r>
            <a:r>
              <a:rPr lang="en-IN" sz="1800" b="0" i="0" dirty="0">
                <a:solidFill>
                  <a:srgbClr val="005CC5"/>
                </a:solidFill>
                <a:effectLst/>
                <a:latin typeface="Courier New" panose="02070309020205020404" pitchFamily="49" charset="0"/>
              </a:rPr>
              <a:t>1</a:t>
            </a:r>
            <a:r>
              <a:rPr lang="en-IN" sz="1800" b="0" i="0" dirty="0">
                <a:effectLst/>
                <a:latin typeface="Courier New" panose="02070309020205020404" pitchFamily="49" charset="0"/>
              </a:rPr>
              <a:t>; </a:t>
            </a:r>
          </a:p>
          <a:p>
            <a:pPr marL="0" indent="0">
              <a:buNone/>
            </a:pPr>
            <a:endParaRPr lang="en-IN" sz="1800" dirty="0">
              <a:solidFill>
                <a:srgbClr val="6A737D"/>
              </a:solidFill>
              <a:latin typeface="Courier New" panose="02070309020205020404" pitchFamily="49" charset="0"/>
            </a:endParaRPr>
          </a:p>
          <a:p>
            <a:pPr marL="0" indent="0">
              <a:buNone/>
            </a:pPr>
            <a:r>
              <a:rPr lang="en-IN" sz="1800" b="0" i="0" dirty="0">
                <a:solidFill>
                  <a:srgbClr val="6A737D"/>
                </a:solidFill>
                <a:effectLst/>
                <a:latin typeface="Courier New" panose="02070309020205020404" pitchFamily="49" charset="0"/>
              </a:rPr>
              <a:t>Output: 1000 (still sees committed value, no dirty read)</a:t>
            </a:r>
            <a:r>
              <a:rPr lang="en-IN" sz="1800" b="0" i="0" dirty="0">
                <a:effectLst/>
                <a:latin typeface="Courier New" panose="02070309020205020404" pitchFamily="49" charset="0"/>
              </a:rPr>
              <a:t> </a:t>
            </a:r>
            <a:r>
              <a:rPr lang="en-IN" sz="1800" b="0" i="0" dirty="0">
                <a:solidFill>
                  <a:srgbClr val="6A737D"/>
                </a:solidFill>
                <a:effectLst/>
                <a:latin typeface="Courier New" panose="02070309020205020404" pitchFamily="49" charset="0"/>
              </a:rPr>
              <a:t>-- After Session 1 COMMITs:</a:t>
            </a:r>
            <a:r>
              <a:rPr lang="en-IN" sz="1800" b="0" i="0" dirty="0">
                <a:effectLst/>
                <a:latin typeface="Courier New" panose="02070309020205020404" pitchFamily="49" charset="0"/>
              </a:rPr>
              <a:t> </a:t>
            </a:r>
          </a:p>
          <a:p>
            <a:pPr marL="0" indent="0">
              <a:buNone/>
            </a:pPr>
            <a:endParaRPr lang="en-IN" sz="1800" b="0" i="0" dirty="0">
              <a:solidFill>
                <a:srgbClr val="D73A49"/>
              </a:solidFill>
              <a:effectLst/>
              <a:latin typeface="Courier New" panose="02070309020205020404" pitchFamily="49" charset="0"/>
            </a:endParaRPr>
          </a:p>
          <a:p>
            <a:pPr marL="0" indent="0">
              <a:buNone/>
            </a:pPr>
            <a:r>
              <a:rPr lang="en-IN" sz="1800" b="0" i="0" dirty="0">
                <a:solidFill>
                  <a:srgbClr val="D73A49"/>
                </a:solidFill>
                <a:effectLst/>
                <a:latin typeface="Courier New" panose="02070309020205020404" pitchFamily="49" charset="0"/>
              </a:rPr>
              <a:t>SELECT</a:t>
            </a:r>
            <a:r>
              <a:rPr lang="en-IN" sz="1800" b="0" i="0" dirty="0">
                <a:effectLst/>
                <a:latin typeface="Courier New" panose="02070309020205020404" pitchFamily="49" charset="0"/>
              </a:rPr>
              <a:t> balance </a:t>
            </a:r>
            <a:r>
              <a:rPr lang="en-IN" sz="1800" b="0" i="0" dirty="0">
                <a:solidFill>
                  <a:srgbClr val="D73A49"/>
                </a:solidFill>
                <a:effectLst/>
                <a:latin typeface="Courier New" panose="02070309020205020404" pitchFamily="49" charset="0"/>
              </a:rPr>
              <a:t>FROM</a:t>
            </a:r>
            <a:r>
              <a:rPr lang="en-IN" sz="1800" b="0" i="0" dirty="0">
                <a:effectLst/>
                <a:latin typeface="Courier New" panose="02070309020205020404" pitchFamily="49" charset="0"/>
              </a:rPr>
              <a:t> accounts </a:t>
            </a:r>
            <a:r>
              <a:rPr lang="en-IN" sz="1800" b="0" i="0" dirty="0">
                <a:solidFill>
                  <a:srgbClr val="D73A49"/>
                </a:solidFill>
                <a:effectLst/>
                <a:latin typeface="Courier New" panose="02070309020205020404" pitchFamily="49" charset="0"/>
              </a:rPr>
              <a:t>WHERE</a:t>
            </a:r>
            <a:r>
              <a:rPr lang="en-IN" sz="1800" b="0" i="0" dirty="0">
                <a:effectLst/>
                <a:latin typeface="Courier New" panose="02070309020205020404" pitchFamily="49" charset="0"/>
              </a:rPr>
              <a:t> id </a:t>
            </a:r>
            <a:r>
              <a:rPr lang="en-IN" sz="1800" b="0" i="0" dirty="0">
                <a:solidFill>
                  <a:srgbClr val="005CC5"/>
                </a:solidFill>
                <a:effectLst/>
                <a:latin typeface="Courier New" panose="02070309020205020404" pitchFamily="49" charset="0"/>
              </a:rPr>
              <a:t>=</a:t>
            </a:r>
            <a:r>
              <a:rPr lang="en-IN" sz="1800" b="0" i="0" dirty="0">
                <a:effectLst/>
                <a:latin typeface="Courier New" panose="02070309020205020404" pitchFamily="49" charset="0"/>
              </a:rPr>
              <a:t> </a:t>
            </a:r>
            <a:r>
              <a:rPr lang="en-IN" sz="1800" b="0" i="0" dirty="0">
                <a:solidFill>
                  <a:srgbClr val="005CC5"/>
                </a:solidFill>
                <a:effectLst/>
                <a:latin typeface="Courier New" panose="02070309020205020404" pitchFamily="49" charset="0"/>
              </a:rPr>
              <a:t>1</a:t>
            </a:r>
            <a:r>
              <a:rPr lang="en-IN" sz="1800" b="0" i="0" dirty="0">
                <a:effectLst/>
                <a:latin typeface="Courier New" panose="02070309020205020404" pitchFamily="49" charset="0"/>
              </a:rPr>
              <a:t>; </a:t>
            </a:r>
          </a:p>
          <a:p>
            <a:pPr marL="0" indent="0">
              <a:buNone/>
            </a:pPr>
            <a:r>
              <a:rPr lang="en-IN" sz="1800" b="0" i="0" dirty="0">
                <a:solidFill>
                  <a:srgbClr val="6A737D"/>
                </a:solidFill>
                <a:effectLst/>
                <a:latin typeface="Courier New" panose="02070309020205020404" pitchFamily="49" charset="0"/>
              </a:rPr>
              <a:t>-- Output: 900 (now sees the committed change)</a:t>
            </a:r>
            <a:endParaRPr lang="en-IN" sz="3200" dirty="0"/>
          </a:p>
        </p:txBody>
      </p:sp>
      <p:sp>
        <p:nvSpPr>
          <p:cNvPr id="8" name="TextBox 7">
            <a:extLst>
              <a:ext uri="{FF2B5EF4-FFF2-40B4-BE49-F238E27FC236}">
                <a16:creationId xmlns:a16="http://schemas.microsoft.com/office/drawing/2014/main" id="{F4989D27-7364-A039-D899-ED8F0F7D0EB6}"/>
              </a:ext>
            </a:extLst>
          </p:cNvPr>
          <p:cNvSpPr txBox="1"/>
          <p:nvPr/>
        </p:nvSpPr>
        <p:spPr>
          <a:xfrm>
            <a:off x="265814" y="5603358"/>
            <a:ext cx="8670851" cy="1477328"/>
          </a:xfrm>
          <a:prstGeom prst="rect">
            <a:avLst/>
          </a:prstGeom>
          <a:noFill/>
        </p:spPr>
        <p:txBody>
          <a:bodyPr wrap="square" rtlCol="0">
            <a:spAutoFit/>
          </a:bodyPr>
          <a:lstStyle/>
          <a:p>
            <a:r>
              <a:rPr lang="en-IN" b="1" u="sng" dirty="0"/>
              <a:t>Observation</a:t>
            </a:r>
            <a:r>
              <a:rPr lang="en-IN" b="1" dirty="0"/>
              <a:t>:</a:t>
            </a:r>
            <a:endParaRPr lang="en-IN" dirty="0"/>
          </a:p>
          <a:p>
            <a:r>
              <a:rPr lang="en-IN" dirty="0"/>
              <a:t>No </a:t>
            </a:r>
            <a:r>
              <a:rPr lang="en-IN" sz="1600" dirty="0"/>
              <a:t>dirty</a:t>
            </a:r>
            <a:r>
              <a:rPr lang="en-IN" dirty="0"/>
              <a:t> reads.</a:t>
            </a:r>
          </a:p>
          <a:p>
            <a:r>
              <a:rPr lang="en-IN" dirty="0"/>
              <a:t>But if Session 1 updates again before Session 2 re-queries, Session 2 may see different values → </a:t>
            </a:r>
            <a:r>
              <a:rPr lang="en-IN" b="1" dirty="0"/>
              <a:t>non-repeatable read</a:t>
            </a:r>
            <a:r>
              <a:rPr lang="en-IN" dirty="0"/>
              <a:t>.</a:t>
            </a:r>
          </a:p>
          <a:p>
            <a:endParaRPr lang="en-IN" dirty="0"/>
          </a:p>
        </p:txBody>
      </p:sp>
    </p:spTree>
    <p:extLst>
      <p:ext uri="{BB962C8B-B14F-4D97-AF65-F5344CB8AC3E}">
        <p14:creationId xmlns:p14="http://schemas.microsoft.com/office/powerpoint/2010/main" val="5054782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3A1CC6-B2EB-0E5E-1EB8-12423F1A4A05}"/>
              </a:ext>
            </a:extLst>
          </p:cNvPr>
          <p:cNvSpPr>
            <a:spLocks noGrp="1"/>
          </p:cNvSpPr>
          <p:nvPr>
            <p:ph type="title"/>
          </p:nvPr>
        </p:nvSpPr>
        <p:spPr/>
        <p:txBody>
          <a:bodyPr>
            <a:normAutofit fontScale="90000"/>
          </a:bodyPr>
          <a:lstStyle/>
          <a:p>
            <a:r>
              <a:rPr lang="en-IN" b="1" dirty="0"/>
              <a:t>READ COMMITTED vs SERIALIZABLE</a:t>
            </a:r>
            <a:endParaRPr lang="en-IN" dirty="0"/>
          </a:p>
        </p:txBody>
      </p:sp>
      <p:sp>
        <p:nvSpPr>
          <p:cNvPr id="3" name="Text Placeholder 2">
            <a:extLst>
              <a:ext uri="{FF2B5EF4-FFF2-40B4-BE49-F238E27FC236}">
                <a16:creationId xmlns:a16="http://schemas.microsoft.com/office/drawing/2014/main" id="{9477E357-4294-0116-780E-D4E7186E965D}"/>
              </a:ext>
            </a:extLst>
          </p:cNvPr>
          <p:cNvSpPr>
            <a:spLocks noGrp="1"/>
          </p:cNvSpPr>
          <p:nvPr>
            <p:ph type="body" idx="1"/>
          </p:nvPr>
        </p:nvSpPr>
        <p:spPr>
          <a:xfrm>
            <a:off x="457200" y="1109812"/>
            <a:ext cx="4040188" cy="639762"/>
          </a:xfrm>
        </p:spPr>
        <p:txBody>
          <a:bodyPr/>
          <a:lstStyle/>
          <a:p>
            <a:r>
              <a:rPr lang="en-IN" dirty="0"/>
              <a:t>Session 1</a:t>
            </a:r>
          </a:p>
        </p:txBody>
      </p:sp>
      <p:sp>
        <p:nvSpPr>
          <p:cNvPr id="4" name="Content Placeholder 3">
            <a:extLst>
              <a:ext uri="{FF2B5EF4-FFF2-40B4-BE49-F238E27FC236}">
                <a16:creationId xmlns:a16="http://schemas.microsoft.com/office/drawing/2014/main" id="{50FA7AD4-69C9-7258-7217-664E9B752459}"/>
              </a:ext>
            </a:extLst>
          </p:cNvPr>
          <p:cNvSpPr>
            <a:spLocks noGrp="1"/>
          </p:cNvSpPr>
          <p:nvPr>
            <p:ph sz="half" idx="2"/>
          </p:nvPr>
        </p:nvSpPr>
        <p:spPr>
          <a:xfrm>
            <a:off x="457200" y="1754889"/>
            <a:ext cx="4040188" cy="3951288"/>
          </a:xfrm>
        </p:spPr>
        <p:txBody>
          <a:bodyPr>
            <a:normAutofit/>
          </a:bodyPr>
          <a:lstStyle/>
          <a:p>
            <a:pPr marL="0" indent="0">
              <a:buNone/>
            </a:pPr>
            <a:r>
              <a:rPr lang="en-IN" sz="1600" b="0" i="0" dirty="0">
                <a:solidFill>
                  <a:srgbClr val="D73A49"/>
                </a:solidFill>
                <a:effectLst/>
                <a:latin typeface="Courier New" panose="02070309020205020404" pitchFamily="49" charset="0"/>
              </a:rPr>
              <a:t>SET</a:t>
            </a:r>
            <a:r>
              <a:rPr lang="en-IN" sz="1600" b="0" i="0" dirty="0">
                <a:effectLst/>
                <a:latin typeface="Courier New" panose="02070309020205020404" pitchFamily="49" charset="0"/>
              </a:rPr>
              <a:t> TRANSACTION ISOLATION LEVEL SERIALIZABLE; </a:t>
            </a:r>
          </a:p>
          <a:p>
            <a:pPr marL="0" indent="0">
              <a:buNone/>
            </a:pPr>
            <a:r>
              <a:rPr lang="en-IN" sz="1600" b="0" i="0" dirty="0">
                <a:solidFill>
                  <a:srgbClr val="6A737D"/>
                </a:solidFill>
                <a:effectLst/>
                <a:latin typeface="Courier New" panose="02070309020205020404" pitchFamily="49" charset="0"/>
              </a:rPr>
              <a:t>Deduct 100 from account 1</a:t>
            </a:r>
            <a:r>
              <a:rPr lang="en-IN" sz="1600" b="0" i="0" dirty="0">
                <a:effectLst/>
                <a:latin typeface="Courier New" panose="02070309020205020404" pitchFamily="49" charset="0"/>
              </a:rPr>
              <a:t> </a:t>
            </a:r>
            <a:r>
              <a:rPr lang="en-IN" sz="1600" b="0" i="0" dirty="0">
                <a:solidFill>
                  <a:srgbClr val="D73A49"/>
                </a:solidFill>
                <a:effectLst/>
                <a:latin typeface="Courier New" panose="02070309020205020404" pitchFamily="49" charset="0"/>
              </a:rPr>
              <a:t>UPDATE</a:t>
            </a:r>
            <a:r>
              <a:rPr lang="en-IN" sz="1600" b="0" i="0" dirty="0">
                <a:effectLst/>
                <a:latin typeface="Courier New" panose="02070309020205020404" pitchFamily="49" charset="0"/>
              </a:rPr>
              <a:t> accounts </a:t>
            </a:r>
            <a:r>
              <a:rPr lang="en-IN" sz="1600" b="0" i="0" dirty="0">
                <a:solidFill>
                  <a:srgbClr val="D73A49"/>
                </a:solidFill>
                <a:effectLst/>
                <a:latin typeface="Courier New" panose="02070309020205020404" pitchFamily="49" charset="0"/>
              </a:rPr>
              <a:t>SET</a:t>
            </a:r>
            <a:r>
              <a:rPr lang="en-IN" sz="1600" b="0" i="0" dirty="0">
                <a:effectLst/>
                <a:latin typeface="Courier New" panose="02070309020205020404" pitchFamily="49" charset="0"/>
              </a:rPr>
              <a:t> balance </a:t>
            </a:r>
            <a:r>
              <a:rPr lang="en-IN" sz="1600" b="0" i="0" dirty="0">
                <a:solidFill>
                  <a:srgbClr val="005CC5"/>
                </a:solidFill>
                <a:effectLst/>
                <a:latin typeface="Courier New" panose="02070309020205020404" pitchFamily="49" charset="0"/>
              </a:rPr>
              <a:t>=</a:t>
            </a:r>
            <a:r>
              <a:rPr lang="en-IN" sz="1600" b="0" i="0" dirty="0">
                <a:effectLst/>
                <a:latin typeface="Courier New" panose="02070309020205020404" pitchFamily="49" charset="0"/>
              </a:rPr>
              <a:t> balance </a:t>
            </a:r>
            <a:r>
              <a:rPr lang="en-IN" sz="1600" b="0" i="0" dirty="0">
                <a:solidFill>
                  <a:srgbClr val="005CC5"/>
                </a:solidFill>
                <a:effectLst/>
                <a:latin typeface="Courier New" panose="02070309020205020404" pitchFamily="49" charset="0"/>
              </a:rPr>
              <a:t>-</a:t>
            </a:r>
            <a:r>
              <a:rPr lang="en-IN" sz="1600" b="0" i="0" dirty="0">
                <a:effectLst/>
                <a:latin typeface="Courier New" panose="02070309020205020404" pitchFamily="49" charset="0"/>
              </a:rPr>
              <a:t> </a:t>
            </a:r>
            <a:r>
              <a:rPr lang="en-IN" sz="1600" b="0" i="0" dirty="0">
                <a:solidFill>
                  <a:srgbClr val="005CC5"/>
                </a:solidFill>
                <a:effectLst/>
                <a:latin typeface="Courier New" panose="02070309020205020404" pitchFamily="49" charset="0"/>
              </a:rPr>
              <a:t>100</a:t>
            </a:r>
            <a:r>
              <a:rPr lang="en-IN" sz="1600" b="0" i="0" dirty="0">
                <a:effectLst/>
                <a:latin typeface="Courier New" panose="02070309020205020404" pitchFamily="49" charset="0"/>
              </a:rPr>
              <a:t> </a:t>
            </a:r>
            <a:r>
              <a:rPr lang="en-IN" sz="1600" b="0" i="0" dirty="0">
                <a:solidFill>
                  <a:srgbClr val="D73A49"/>
                </a:solidFill>
                <a:effectLst/>
                <a:latin typeface="Courier New" panose="02070309020205020404" pitchFamily="49" charset="0"/>
              </a:rPr>
              <a:t>WHERE</a:t>
            </a:r>
            <a:r>
              <a:rPr lang="en-IN" sz="1600" b="0" i="0" dirty="0">
                <a:effectLst/>
                <a:latin typeface="Courier New" panose="02070309020205020404" pitchFamily="49" charset="0"/>
              </a:rPr>
              <a:t> id </a:t>
            </a:r>
            <a:r>
              <a:rPr lang="en-IN" sz="1600" b="0" i="0" dirty="0">
                <a:solidFill>
                  <a:srgbClr val="005CC5"/>
                </a:solidFill>
                <a:effectLst/>
                <a:latin typeface="Courier New" panose="02070309020205020404" pitchFamily="49" charset="0"/>
              </a:rPr>
              <a:t>=</a:t>
            </a:r>
            <a:r>
              <a:rPr lang="en-IN" sz="1600" b="0" i="0" dirty="0">
                <a:effectLst/>
                <a:latin typeface="Courier New" panose="02070309020205020404" pitchFamily="49" charset="0"/>
              </a:rPr>
              <a:t> </a:t>
            </a:r>
            <a:r>
              <a:rPr lang="en-IN" sz="1600" b="0" i="0" dirty="0">
                <a:solidFill>
                  <a:srgbClr val="005CC5"/>
                </a:solidFill>
                <a:effectLst/>
                <a:latin typeface="Courier New" panose="02070309020205020404" pitchFamily="49" charset="0"/>
              </a:rPr>
              <a:t>1</a:t>
            </a:r>
            <a:r>
              <a:rPr lang="en-IN" sz="1600" b="0" i="0" dirty="0">
                <a:effectLst/>
                <a:latin typeface="Courier New" panose="02070309020205020404" pitchFamily="49" charset="0"/>
              </a:rPr>
              <a:t>; </a:t>
            </a:r>
          </a:p>
          <a:p>
            <a:pPr marL="0" indent="0">
              <a:buNone/>
            </a:pPr>
            <a:endParaRPr lang="en-IN" sz="1600" b="0" i="0" dirty="0">
              <a:solidFill>
                <a:srgbClr val="6A737D"/>
              </a:solidFill>
              <a:effectLst/>
              <a:latin typeface="Courier New" panose="02070309020205020404" pitchFamily="49" charset="0"/>
            </a:endParaRPr>
          </a:p>
          <a:p>
            <a:pPr marL="0" indent="0">
              <a:buNone/>
            </a:pPr>
            <a:r>
              <a:rPr lang="en-IN" sz="1600" b="0" i="0" dirty="0">
                <a:solidFill>
                  <a:srgbClr val="6A737D"/>
                </a:solidFill>
                <a:effectLst/>
                <a:latin typeface="Courier New" panose="02070309020205020404" pitchFamily="49" charset="0"/>
              </a:rPr>
              <a:t>Do NOT commit yet</a:t>
            </a:r>
            <a:r>
              <a:rPr lang="en-IN" sz="1600" b="0" i="0" dirty="0">
                <a:effectLst/>
                <a:latin typeface="Courier New" panose="02070309020205020404" pitchFamily="49" charset="0"/>
              </a:rPr>
              <a:t> </a:t>
            </a:r>
          </a:p>
          <a:p>
            <a:pPr marL="0" indent="0">
              <a:buNone/>
            </a:pPr>
            <a:r>
              <a:rPr lang="en-IN" sz="1600" b="0" i="0" dirty="0">
                <a:solidFill>
                  <a:srgbClr val="D73A49"/>
                </a:solidFill>
                <a:effectLst/>
                <a:latin typeface="Courier New" panose="02070309020205020404" pitchFamily="49" charset="0"/>
              </a:rPr>
              <a:t>SELECT</a:t>
            </a:r>
            <a:r>
              <a:rPr lang="en-IN" sz="1600" b="0" i="0" dirty="0">
                <a:effectLst/>
                <a:latin typeface="Courier New" panose="02070309020205020404" pitchFamily="49" charset="0"/>
              </a:rPr>
              <a:t> balance </a:t>
            </a:r>
            <a:r>
              <a:rPr lang="en-IN" sz="1600" b="0" i="0" dirty="0">
                <a:solidFill>
                  <a:srgbClr val="D73A49"/>
                </a:solidFill>
                <a:effectLst/>
                <a:latin typeface="Courier New" panose="02070309020205020404" pitchFamily="49" charset="0"/>
              </a:rPr>
              <a:t>FROM</a:t>
            </a:r>
            <a:r>
              <a:rPr lang="en-IN" sz="1600" b="0" i="0" dirty="0">
                <a:effectLst/>
                <a:latin typeface="Courier New" panose="02070309020205020404" pitchFamily="49" charset="0"/>
              </a:rPr>
              <a:t> accounts </a:t>
            </a:r>
            <a:r>
              <a:rPr lang="en-IN" sz="1600" b="0" i="0" dirty="0">
                <a:solidFill>
                  <a:srgbClr val="D73A49"/>
                </a:solidFill>
                <a:effectLst/>
                <a:latin typeface="Courier New" panose="02070309020205020404" pitchFamily="49" charset="0"/>
              </a:rPr>
              <a:t>WHERE</a:t>
            </a:r>
            <a:r>
              <a:rPr lang="en-IN" sz="1600" b="0" i="0" dirty="0">
                <a:effectLst/>
                <a:latin typeface="Courier New" panose="02070309020205020404" pitchFamily="49" charset="0"/>
              </a:rPr>
              <a:t> id </a:t>
            </a:r>
            <a:r>
              <a:rPr lang="en-IN" sz="1600" b="0" i="0" dirty="0">
                <a:solidFill>
                  <a:srgbClr val="005CC5"/>
                </a:solidFill>
                <a:effectLst/>
                <a:latin typeface="Courier New" panose="02070309020205020404" pitchFamily="49" charset="0"/>
              </a:rPr>
              <a:t>=</a:t>
            </a:r>
            <a:r>
              <a:rPr lang="en-IN" sz="1600" b="0" i="0" dirty="0">
                <a:effectLst/>
                <a:latin typeface="Courier New" panose="02070309020205020404" pitchFamily="49" charset="0"/>
              </a:rPr>
              <a:t> </a:t>
            </a:r>
            <a:r>
              <a:rPr lang="en-IN" sz="1600" b="0" i="0" dirty="0">
                <a:solidFill>
                  <a:srgbClr val="005CC5"/>
                </a:solidFill>
                <a:effectLst/>
                <a:latin typeface="Courier New" panose="02070309020205020404" pitchFamily="49" charset="0"/>
              </a:rPr>
              <a:t>1</a:t>
            </a:r>
            <a:r>
              <a:rPr lang="en-IN" sz="1600" b="0" i="0" dirty="0">
                <a:effectLst/>
                <a:latin typeface="Courier New" panose="02070309020205020404" pitchFamily="49" charset="0"/>
              </a:rPr>
              <a:t>; </a:t>
            </a:r>
          </a:p>
          <a:p>
            <a:pPr marL="0" indent="0">
              <a:buNone/>
            </a:pPr>
            <a:r>
              <a:rPr lang="en-IN" sz="1600" b="0" i="0" dirty="0">
                <a:solidFill>
                  <a:srgbClr val="6A737D"/>
                </a:solidFill>
                <a:effectLst/>
                <a:latin typeface="Courier New" panose="02070309020205020404" pitchFamily="49" charset="0"/>
              </a:rPr>
              <a:t>-- Output: 900</a:t>
            </a:r>
            <a:endParaRPr lang="en-IN" sz="1600" dirty="0"/>
          </a:p>
        </p:txBody>
      </p:sp>
      <p:sp>
        <p:nvSpPr>
          <p:cNvPr id="5" name="Text Placeholder 4">
            <a:extLst>
              <a:ext uri="{FF2B5EF4-FFF2-40B4-BE49-F238E27FC236}">
                <a16:creationId xmlns:a16="http://schemas.microsoft.com/office/drawing/2014/main" id="{F7E0CFD2-4BBC-5FFD-D9CF-66A08866D74C}"/>
              </a:ext>
            </a:extLst>
          </p:cNvPr>
          <p:cNvSpPr>
            <a:spLocks noGrp="1"/>
          </p:cNvSpPr>
          <p:nvPr>
            <p:ph type="body" sz="quarter" idx="3"/>
          </p:nvPr>
        </p:nvSpPr>
        <p:spPr>
          <a:xfrm>
            <a:off x="4645025" y="1115127"/>
            <a:ext cx="4041775" cy="639762"/>
          </a:xfrm>
        </p:spPr>
        <p:txBody>
          <a:bodyPr/>
          <a:lstStyle/>
          <a:p>
            <a:r>
              <a:rPr lang="en-IN" dirty="0"/>
              <a:t>Session 2</a:t>
            </a:r>
          </a:p>
        </p:txBody>
      </p:sp>
      <p:sp>
        <p:nvSpPr>
          <p:cNvPr id="6" name="Content Placeholder 5">
            <a:extLst>
              <a:ext uri="{FF2B5EF4-FFF2-40B4-BE49-F238E27FC236}">
                <a16:creationId xmlns:a16="http://schemas.microsoft.com/office/drawing/2014/main" id="{E2C42400-02F8-201A-4BC7-D76FB908AB61}"/>
              </a:ext>
            </a:extLst>
          </p:cNvPr>
          <p:cNvSpPr>
            <a:spLocks noGrp="1"/>
          </p:cNvSpPr>
          <p:nvPr>
            <p:ph sz="quarter" idx="4"/>
          </p:nvPr>
        </p:nvSpPr>
        <p:spPr>
          <a:xfrm>
            <a:off x="4645025" y="1722991"/>
            <a:ext cx="4041775" cy="3951288"/>
          </a:xfrm>
        </p:spPr>
        <p:txBody>
          <a:bodyPr>
            <a:normAutofit/>
          </a:bodyPr>
          <a:lstStyle/>
          <a:p>
            <a:pPr marL="0" indent="0">
              <a:buNone/>
            </a:pPr>
            <a:r>
              <a:rPr lang="en-IN" sz="1600" b="0" i="0" dirty="0">
                <a:solidFill>
                  <a:srgbClr val="D73A49"/>
                </a:solidFill>
                <a:effectLst/>
                <a:latin typeface="Courier New" panose="02070309020205020404" pitchFamily="49" charset="0"/>
              </a:rPr>
              <a:t>SET</a:t>
            </a:r>
            <a:r>
              <a:rPr lang="en-IN" sz="1600" b="0" i="0" dirty="0">
                <a:effectLst/>
                <a:latin typeface="Courier New" panose="02070309020205020404" pitchFamily="49" charset="0"/>
              </a:rPr>
              <a:t> TRANSACTION ISOLATION LEVEL SERIALIZABLE; </a:t>
            </a:r>
          </a:p>
          <a:p>
            <a:pPr marL="0" indent="0">
              <a:buNone/>
            </a:pPr>
            <a:r>
              <a:rPr lang="en-IN" sz="1600" b="0" i="0" dirty="0">
                <a:solidFill>
                  <a:srgbClr val="D73A49"/>
                </a:solidFill>
                <a:effectLst/>
                <a:latin typeface="Courier New" panose="02070309020205020404" pitchFamily="49" charset="0"/>
              </a:rPr>
              <a:t>SELECT</a:t>
            </a:r>
            <a:r>
              <a:rPr lang="en-IN" sz="1600" b="0" i="0" dirty="0">
                <a:effectLst/>
                <a:latin typeface="Courier New" panose="02070309020205020404" pitchFamily="49" charset="0"/>
              </a:rPr>
              <a:t> balance </a:t>
            </a:r>
            <a:r>
              <a:rPr lang="en-IN" sz="1600" b="0" i="0" dirty="0">
                <a:solidFill>
                  <a:srgbClr val="D73A49"/>
                </a:solidFill>
                <a:effectLst/>
                <a:latin typeface="Courier New" panose="02070309020205020404" pitchFamily="49" charset="0"/>
              </a:rPr>
              <a:t>FROM</a:t>
            </a:r>
            <a:r>
              <a:rPr lang="en-IN" sz="1600" b="0" i="0" dirty="0">
                <a:effectLst/>
                <a:latin typeface="Courier New" panose="02070309020205020404" pitchFamily="49" charset="0"/>
              </a:rPr>
              <a:t> accounts </a:t>
            </a:r>
            <a:r>
              <a:rPr lang="en-IN" sz="1600" b="0" i="0" dirty="0">
                <a:solidFill>
                  <a:srgbClr val="D73A49"/>
                </a:solidFill>
                <a:effectLst/>
                <a:latin typeface="Courier New" panose="02070309020205020404" pitchFamily="49" charset="0"/>
              </a:rPr>
              <a:t>WHERE</a:t>
            </a:r>
            <a:r>
              <a:rPr lang="en-IN" sz="1600" b="0" i="0" dirty="0">
                <a:effectLst/>
                <a:latin typeface="Courier New" panose="02070309020205020404" pitchFamily="49" charset="0"/>
              </a:rPr>
              <a:t> id </a:t>
            </a:r>
            <a:r>
              <a:rPr lang="en-IN" sz="1600" b="0" i="0" dirty="0">
                <a:solidFill>
                  <a:srgbClr val="005CC5"/>
                </a:solidFill>
                <a:effectLst/>
                <a:latin typeface="Courier New" panose="02070309020205020404" pitchFamily="49" charset="0"/>
              </a:rPr>
              <a:t>=</a:t>
            </a:r>
            <a:r>
              <a:rPr lang="en-IN" sz="1600" b="0" i="0" dirty="0">
                <a:effectLst/>
                <a:latin typeface="Courier New" panose="02070309020205020404" pitchFamily="49" charset="0"/>
              </a:rPr>
              <a:t> </a:t>
            </a:r>
            <a:r>
              <a:rPr lang="en-IN" sz="1600" b="0" i="0" dirty="0">
                <a:solidFill>
                  <a:srgbClr val="005CC5"/>
                </a:solidFill>
                <a:effectLst/>
                <a:latin typeface="Courier New" panose="02070309020205020404" pitchFamily="49" charset="0"/>
              </a:rPr>
              <a:t>1</a:t>
            </a:r>
            <a:r>
              <a:rPr lang="en-IN" sz="1600" b="0" i="0" dirty="0">
                <a:effectLst/>
                <a:latin typeface="Courier New" panose="02070309020205020404" pitchFamily="49" charset="0"/>
              </a:rPr>
              <a:t>; </a:t>
            </a:r>
          </a:p>
          <a:p>
            <a:pPr marL="0" indent="0">
              <a:buNone/>
            </a:pPr>
            <a:r>
              <a:rPr lang="en-IN" sz="1600" b="0" i="0" dirty="0">
                <a:solidFill>
                  <a:srgbClr val="6A737D"/>
                </a:solidFill>
                <a:effectLst/>
                <a:latin typeface="Courier New" panose="02070309020205020404" pitchFamily="49" charset="0"/>
              </a:rPr>
              <a:t>Output: 1000 (consistent snapshot from before Session 1 started)</a:t>
            </a:r>
            <a:r>
              <a:rPr lang="en-IN" sz="1600" b="0" i="0" dirty="0">
                <a:effectLst/>
                <a:latin typeface="Courier New" panose="02070309020205020404" pitchFamily="49" charset="0"/>
              </a:rPr>
              <a:t> </a:t>
            </a:r>
          </a:p>
          <a:p>
            <a:pPr marL="0" indent="0">
              <a:buNone/>
            </a:pPr>
            <a:endParaRPr lang="en-IN" sz="1600" b="0" i="0" dirty="0">
              <a:solidFill>
                <a:srgbClr val="6A737D"/>
              </a:solidFill>
              <a:effectLst/>
              <a:latin typeface="Courier New" panose="02070309020205020404" pitchFamily="49" charset="0"/>
            </a:endParaRPr>
          </a:p>
          <a:p>
            <a:pPr marL="0" indent="0">
              <a:buNone/>
            </a:pPr>
            <a:r>
              <a:rPr lang="en-IN" sz="1600" b="0" i="0" dirty="0">
                <a:solidFill>
                  <a:srgbClr val="6A737D"/>
                </a:solidFill>
                <a:effectLst/>
                <a:latin typeface="Courier New" panose="02070309020205020404" pitchFamily="49" charset="0"/>
              </a:rPr>
              <a:t>Try to update same row</a:t>
            </a:r>
            <a:r>
              <a:rPr lang="en-IN" sz="1600" b="0" i="0" dirty="0">
                <a:effectLst/>
                <a:latin typeface="Courier New" panose="02070309020205020404" pitchFamily="49" charset="0"/>
              </a:rPr>
              <a:t> </a:t>
            </a:r>
          </a:p>
          <a:p>
            <a:pPr marL="0" indent="0">
              <a:buNone/>
            </a:pPr>
            <a:r>
              <a:rPr lang="en-IN" sz="1600" b="0" i="0" dirty="0">
                <a:solidFill>
                  <a:srgbClr val="D73A49"/>
                </a:solidFill>
                <a:effectLst/>
                <a:latin typeface="Courier New" panose="02070309020205020404" pitchFamily="49" charset="0"/>
              </a:rPr>
              <a:t>UPDATE</a:t>
            </a:r>
            <a:r>
              <a:rPr lang="en-IN" sz="1600" b="0" i="0" dirty="0">
                <a:effectLst/>
                <a:latin typeface="Courier New" panose="02070309020205020404" pitchFamily="49" charset="0"/>
              </a:rPr>
              <a:t> accounts </a:t>
            </a:r>
            <a:r>
              <a:rPr lang="en-IN" sz="1600" b="0" i="0" dirty="0">
                <a:solidFill>
                  <a:srgbClr val="D73A49"/>
                </a:solidFill>
                <a:effectLst/>
                <a:latin typeface="Courier New" panose="02070309020205020404" pitchFamily="49" charset="0"/>
              </a:rPr>
              <a:t>SET</a:t>
            </a:r>
            <a:r>
              <a:rPr lang="en-IN" sz="1600" b="0" i="0" dirty="0">
                <a:effectLst/>
                <a:latin typeface="Courier New" panose="02070309020205020404" pitchFamily="49" charset="0"/>
              </a:rPr>
              <a:t> balance </a:t>
            </a:r>
            <a:r>
              <a:rPr lang="en-IN" sz="1600" b="0" i="0" dirty="0">
                <a:solidFill>
                  <a:srgbClr val="005CC5"/>
                </a:solidFill>
                <a:effectLst/>
                <a:latin typeface="Courier New" panose="02070309020205020404" pitchFamily="49" charset="0"/>
              </a:rPr>
              <a:t>=</a:t>
            </a:r>
            <a:r>
              <a:rPr lang="en-IN" sz="1600" b="0" i="0" dirty="0">
                <a:effectLst/>
                <a:latin typeface="Courier New" panose="02070309020205020404" pitchFamily="49" charset="0"/>
              </a:rPr>
              <a:t> balance </a:t>
            </a:r>
            <a:r>
              <a:rPr lang="en-IN" sz="1600" b="0" i="0" dirty="0">
                <a:solidFill>
                  <a:srgbClr val="005CC5"/>
                </a:solidFill>
                <a:effectLst/>
                <a:latin typeface="Courier New" panose="02070309020205020404" pitchFamily="49" charset="0"/>
              </a:rPr>
              <a:t>-</a:t>
            </a:r>
            <a:r>
              <a:rPr lang="en-IN" sz="1600" b="0" i="0" dirty="0">
                <a:effectLst/>
                <a:latin typeface="Courier New" panose="02070309020205020404" pitchFamily="49" charset="0"/>
              </a:rPr>
              <a:t> </a:t>
            </a:r>
            <a:r>
              <a:rPr lang="en-IN" sz="1600" b="0" i="0" dirty="0">
                <a:solidFill>
                  <a:srgbClr val="005CC5"/>
                </a:solidFill>
                <a:effectLst/>
                <a:latin typeface="Courier New" panose="02070309020205020404" pitchFamily="49" charset="0"/>
              </a:rPr>
              <a:t>50</a:t>
            </a:r>
            <a:r>
              <a:rPr lang="en-IN" sz="1600" b="0" i="0" dirty="0">
                <a:effectLst/>
                <a:latin typeface="Courier New" panose="02070309020205020404" pitchFamily="49" charset="0"/>
              </a:rPr>
              <a:t> </a:t>
            </a:r>
            <a:r>
              <a:rPr lang="en-IN" sz="1600" b="0" i="0" dirty="0">
                <a:solidFill>
                  <a:srgbClr val="D73A49"/>
                </a:solidFill>
                <a:effectLst/>
                <a:latin typeface="Courier New" panose="02070309020205020404" pitchFamily="49" charset="0"/>
              </a:rPr>
              <a:t>WHERE</a:t>
            </a:r>
            <a:r>
              <a:rPr lang="en-IN" sz="1600" b="0" i="0" dirty="0">
                <a:effectLst/>
                <a:latin typeface="Courier New" panose="02070309020205020404" pitchFamily="49" charset="0"/>
              </a:rPr>
              <a:t> id </a:t>
            </a:r>
            <a:r>
              <a:rPr lang="en-IN" sz="1600" b="0" i="0" dirty="0">
                <a:solidFill>
                  <a:srgbClr val="005CC5"/>
                </a:solidFill>
                <a:effectLst/>
                <a:latin typeface="Courier New" panose="02070309020205020404" pitchFamily="49" charset="0"/>
              </a:rPr>
              <a:t>=</a:t>
            </a:r>
            <a:r>
              <a:rPr lang="en-IN" sz="1600" b="0" i="0" dirty="0">
                <a:effectLst/>
                <a:latin typeface="Courier New" panose="02070309020205020404" pitchFamily="49" charset="0"/>
              </a:rPr>
              <a:t> </a:t>
            </a:r>
            <a:r>
              <a:rPr lang="en-IN" sz="1600" b="0" i="0" dirty="0">
                <a:solidFill>
                  <a:srgbClr val="005CC5"/>
                </a:solidFill>
                <a:effectLst/>
                <a:latin typeface="Courier New" panose="02070309020205020404" pitchFamily="49" charset="0"/>
              </a:rPr>
              <a:t>1</a:t>
            </a:r>
            <a:r>
              <a:rPr lang="en-IN" sz="1600" b="0" i="0" dirty="0">
                <a:effectLst/>
                <a:latin typeface="Courier New" panose="02070309020205020404" pitchFamily="49" charset="0"/>
              </a:rPr>
              <a:t>; </a:t>
            </a:r>
          </a:p>
          <a:p>
            <a:pPr marL="0" indent="0">
              <a:buNone/>
            </a:pPr>
            <a:r>
              <a:rPr lang="en-IN" sz="1600" b="0" i="0" dirty="0">
                <a:solidFill>
                  <a:srgbClr val="6A737D"/>
                </a:solidFill>
                <a:effectLst/>
                <a:latin typeface="Courier New" panose="02070309020205020404" pitchFamily="49" charset="0"/>
              </a:rPr>
              <a:t>-- This will fail with:</a:t>
            </a:r>
            <a:r>
              <a:rPr lang="en-IN" sz="1600" b="0" i="0" dirty="0">
                <a:effectLst/>
                <a:latin typeface="Courier New" panose="02070309020205020404" pitchFamily="49" charset="0"/>
              </a:rPr>
              <a:t> </a:t>
            </a:r>
            <a:r>
              <a:rPr lang="en-IN" sz="1600" b="0" i="0" dirty="0">
                <a:solidFill>
                  <a:srgbClr val="6A737D"/>
                </a:solidFill>
                <a:effectLst/>
                <a:latin typeface="Courier New" panose="02070309020205020404" pitchFamily="49" charset="0"/>
              </a:rPr>
              <a:t>-- ORA-08177: can't serialize access for this transaction</a:t>
            </a:r>
            <a:endParaRPr lang="en-IN" sz="1600" dirty="0"/>
          </a:p>
        </p:txBody>
      </p:sp>
      <p:sp>
        <p:nvSpPr>
          <p:cNvPr id="8" name="TextBox 7">
            <a:extLst>
              <a:ext uri="{FF2B5EF4-FFF2-40B4-BE49-F238E27FC236}">
                <a16:creationId xmlns:a16="http://schemas.microsoft.com/office/drawing/2014/main" id="{823A0C4E-B124-40FE-251F-C47AE5C22768}"/>
              </a:ext>
            </a:extLst>
          </p:cNvPr>
          <p:cNvSpPr txBox="1"/>
          <p:nvPr/>
        </p:nvSpPr>
        <p:spPr>
          <a:xfrm>
            <a:off x="116958" y="5706177"/>
            <a:ext cx="8941982" cy="1107996"/>
          </a:xfrm>
          <a:prstGeom prst="rect">
            <a:avLst/>
          </a:prstGeom>
          <a:noFill/>
        </p:spPr>
        <p:txBody>
          <a:bodyPr wrap="square" rtlCol="0">
            <a:spAutoFit/>
          </a:bodyPr>
          <a:lstStyle/>
          <a:p>
            <a:r>
              <a:rPr lang="en-IN" sz="1600" b="1" u="sng" dirty="0">
                <a:latin typeface="Courier New" panose="02070309020205020404" pitchFamily="49" charset="0"/>
                <a:cs typeface="Courier New" panose="02070309020205020404" pitchFamily="49" charset="0"/>
              </a:rPr>
              <a:t>Observation:</a:t>
            </a:r>
            <a:endParaRPr lang="en-IN" sz="1600" u="sng" dirty="0">
              <a:latin typeface="Courier New" panose="02070309020205020404" pitchFamily="49" charset="0"/>
              <a:cs typeface="Courier New" panose="02070309020205020404" pitchFamily="49" charset="0"/>
            </a:endParaRPr>
          </a:p>
          <a:p>
            <a:pPr marL="285750" indent="-285750">
              <a:buFont typeface="Arial" panose="020B0604020202020204" pitchFamily="34" charset="0"/>
              <a:buChar char="•"/>
            </a:pPr>
            <a:r>
              <a:rPr lang="en-IN" sz="1600" dirty="0">
                <a:latin typeface="Courier New" panose="02070309020205020404" pitchFamily="49" charset="0"/>
                <a:cs typeface="Courier New" panose="02070309020205020404" pitchFamily="49" charset="0"/>
              </a:rPr>
              <a:t>SERIALIZABLE ensures a consistent snapshot for the whole transaction.</a:t>
            </a:r>
          </a:p>
          <a:p>
            <a:pPr marL="285750" indent="-285750">
              <a:buFont typeface="Arial" panose="020B0604020202020204" pitchFamily="34" charset="0"/>
              <a:buChar char="•"/>
            </a:pPr>
            <a:r>
              <a:rPr lang="en-IN" sz="1600" dirty="0">
                <a:latin typeface="Courier New" panose="02070309020205020404" pitchFamily="49" charset="0"/>
                <a:cs typeface="Courier New" panose="02070309020205020404" pitchFamily="49" charset="0"/>
              </a:rPr>
              <a:t>Conflicting updates cause Oracle to abort one transaction.</a:t>
            </a:r>
          </a:p>
          <a:p>
            <a:endParaRPr lang="en-IN" dirty="0"/>
          </a:p>
        </p:txBody>
      </p:sp>
    </p:spTree>
    <p:extLst>
      <p:ext uri="{BB962C8B-B14F-4D97-AF65-F5344CB8AC3E}">
        <p14:creationId xmlns:p14="http://schemas.microsoft.com/office/powerpoint/2010/main" val="291258891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82407E8D-DBAF-E56C-E4CA-2F9A3A6F8C0B}"/>
              </a:ext>
            </a:extLst>
          </p:cNvPr>
          <p:cNvSpPr>
            <a:spLocks noGrp="1"/>
          </p:cNvSpPr>
          <p:nvPr>
            <p:ph type="title"/>
          </p:nvPr>
        </p:nvSpPr>
        <p:spPr/>
        <p:txBody>
          <a:bodyPr>
            <a:normAutofit/>
          </a:bodyPr>
          <a:lstStyle/>
          <a:p>
            <a:r>
              <a:rPr lang="en-IN" b="1" dirty="0"/>
              <a:t>Key Takeaways</a:t>
            </a:r>
            <a:endParaRPr lang="en-IN" dirty="0"/>
          </a:p>
        </p:txBody>
      </p:sp>
      <p:sp>
        <p:nvSpPr>
          <p:cNvPr id="8" name="Content Placeholder 7">
            <a:extLst>
              <a:ext uri="{FF2B5EF4-FFF2-40B4-BE49-F238E27FC236}">
                <a16:creationId xmlns:a16="http://schemas.microsoft.com/office/drawing/2014/main" id="{6655B8E8-172A-E7B6-17CC-2F8CBFC4C84C}"/>
              </a:ext>
            </a:extLst>
          </p:cNvPr>
          <p:cNvSpPr>
            <a:spLocks noGrp="1"/>
          </p:cNvSpPr>
          <p:nvPr>
            <p:ph idx="1"/>
          </p:nvPr>
        </p:nvSpPr>
        <p:spPr/>
        <p:txBody>
          <a:bodyPr/>
          <a:lstStyle/>
          <a:p>
            <a:r>
              <a:rPr lang="en-IN" b="1" dirty="0"/>
              <a:t>READ COMMITTED</a:t>
            </a:r>
            <a:r>
              <a:rPr lang="en-IN" dirty="0"/>
              <a:t> → Good concurrency, but allows non-repeatable reads.</a:t>
            </a:r>
          </a:p>
          <a:p>
            <a:r>
              <a:rPr lang="en-IN" b="1" dirty="0"/>
              <a:t>SERIALIZABLE</a:t>
            </a:r>
            <a:r>
              <a:rPr lang="en-IN" dirty="0"/>
              <a:t> → Strong consistency, but may cause transaction aborts under conflicts.</a:t>
            </a:r>
          </a:p>
          <a:p>
            <a:r>
              <a:rPr lang="en-IN" b="1" dirty="0"/>
              <a:t>READ ONLY</a:t>
            </a:r>
            <a:r>
              <a:rPr lang="en-IN" dirty="0"/>
              <a:t> → Perfect for reporting without locking for updates.</a:t>
            </a:r>
          </a:p>
          <a:p>
            <a:endParaRPr lang="en-IN" dirty="0"/>
          </a:p>
        </p:txBody>
      </p:sp>
    </p:spTree>
    <p:extLst>
      <p:ext uri="{BB962C8B-B14F-4D97-AF65-F5344CB8AC3E}">
        <p14:creationId xmlns:p14="http://schemas.microsoft.com/office/powerpoint/2010/main" val="125120165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7E6261-DFDD-9AEF-72B2-8A4CABFACA62}"/>
              </a:ext>
            </a:extLst>
          </p:cNvPr>
          <p:cNvSpPr>
            <a:spLocks noGrp="1"/>
          </p:cNvSpPr>
          <p:nvPr>
            <p:ph type="title"/>
          </p:nvPr>
        </p:nvSpPr>
        <p:spPr/>
        <p:txBody>
          <a:bodyPr/>
          <a:lstStyle/>
          <a:p>
            <a:r>
              <a:rPr lang="en-IN" dirty="0"/>
              <a:t>Best Practices</a:t>
            </a:r>
          </a:p>
        </p:txBody>
      </p:sp>
      <p:sp>
        <p:nvSpPr>
          <p:cNvPr id="3" name="Content Placeholder 2">
            <a:extLst>
              <a:ext uri="{FF2B5EF4-FFF2-40B4-BE49-F238E27FC236}">
                <a16:creationId xmlns:a16="http://schemas.microsoft.com/office/drawing/2014/main" id="{ADAC41C1-206E-D26B-4C3D-41D140E46B3B}"/>
              </a:ext>
            </a:extLst>
          </p:cNvPr>
          <p:cNvSpPr>
            <a:spLocks noGrp="1"/>
          </p:cNvSpPr>
          <p:nvPr>
            <p:ph idx="1"/>
          </p:nvPr>
        </p:nvSpPr>
        <p:spPr/>
        <p:txBody>
          <a:bodyPr>
            <a:normAutofit lnSpcReduction="10000"/>
          </a:bodyPr>
          <a:lstStyle/>
          <a:p>
            <a:r>
              <a:rPr lang="en-IN" dirty="0"/>
              <a:t>Use </a:t>
            </a:r>
            <a:r>
              <a:rPr lang="en-IN" b="1" dirty="0"/>
              <a:t>READ COMMITTED</a:t>
            </a:r>
            <a:r>
              <a:rPr lang="en-IN" dirty="0"/>
              <a:t> for most OLTP workloads (default, good balance of concurrency and consistency).</a:t>
            </a:r>
          </a:p>
          <a:p>
            <a:r>
              <a:rPr lang="en-IN" dirty="0"/>
              <a:t>Use </a:t>
            </a:r>
            <a:r>
              <a:rPr lang="en-IN" b="1" dirty="0"/>
              <a:t>SERIALIZABLE</a:t>
            </a:r>
            <a:r>
              <a:rPr lang="en-IN" dirty="0"/>
              <a:t> only when you need strict consistency and can tolerate reduced concurrency.</a:t>
            </a:r>
          </a:p>
          <a:p>
            <a:r>
              <a:rPr lang="en-IN" dirty="0"/>
              <a:t>Use </a:t>
            </a:r>
            <a:r>
              <a:rPr lang="en-IN" b="1" dirty="0"/>
              <a:t>READ ONLY</a:t>
            </a:r>
            <a:r>
              <a:rPr lang="en-IN" dirty="0"/>
              <a:t> for reporting queries to ensure consistent results without locking rows for updates.</a:t>
            </a:r>
          </a:p>
          <a:p>
            <a:endParaRPr lang="en-IN" dirty="0"/>
          </a:p>
        </p:txBody>
      </p:sp>
    </p:spTree>
    <p:extLst>
      <p:ext uri="{BB962C8B-B14F-4D97-AF65-F5344CB8AC3E}">
        <p14:creationId xmlns:p14="http://schemas.microsoft.com/office/powerpoint/2010/main" val="79296482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Summary</a:t>
            </a:r>
          </a:p>
        </p:txBody>
      </p:sp>
      <p:sp>
        <p:nvSpPr>
          <p:cNvPr id="3" name="Content Placeholder 2"/>
          <p:cNvSpPr>
            <a:spLocks noGrp="1"/>
          </p:cNvSpPr>
          <p:nvPr>
            <p:ph idx="1"/>
          </p:nvPr>
        </p:nvSpPr>
        <p:spPr/>
        <p:txBody>
          <a:bodyPr/>
          <a:lstStyle/>
          <a:p>
            <a:pPr>
              <a:defRPr sz="2000"/>
            </a:pPr>
            <a:r>
              <a:t>Transactions ensure reliable and consistent database processing.</a:t>
            </a:r>
          </a:p>
          <a:p>
            <a:pPr>
              <a:defRPr sz="2000"/>
            </a:pPr>
            <a:r>
              <a:t>ACID properties guarantee integrity.</a:t>
            </a:r>
          </a:p>
          <a:p>
            <a:pPr>
              <a:defRPr sz="2000"/>
            </a:pPr>
            <a:r>
              <a:t>TCL commands control transactions.</a:t>
            </a:r>
          </a:p>
          <a:p>
            <a:pPr>
              <a:defRPr sz="2000"/>
            </a:pPr>
            <a:r>
              <a:t>Isolation levels manage concurrency and visibility of data.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53</TotalTime>
  <Words>2653</Words>
  <Application>Microsoft Office PowerPoint</Application>
  <PresentationFormat>On-screen Show (4:3)</PresentationFormat>
  <Paragraphs>335</Paragraphs>
  <Slides>36</Slides>
  <Notes>14</Notes>
  <HiddenSlides>1</HiddenSlides>
  <MMClips>0</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1</vt:i4>
      </vt:variant>
      <vt:variant>
        <vt:lpstr>Slide Titles</vt:lpstr>
      </vt:variant>
      <vt:variant>
        <vt:i4>36</vt:i4>
      </vt:variant>
    </vt:vector>
  </HeadingPairs>
  <TitlesOfParts>
    <vt:vector size="43" baseType="lpstr">
      <vt:lpstr>Aptos</vt:lpstr>
      <vt:lpstr>Arial</vt:lpstr>
      <vt:lpstr>Calibri</vt:lpstr>
      <vt:lpstr>Courier New</vt:lpstr>
      <vt:lpstr>Times New Roman</vt:lpstr>
      <vt:lpstr>Office Theme</vt:lpstr>
      <vt:lpstr>Microsoft Word Document</vt:lpstr>
      <vt:lpstr>Oracle Transactions</vt:lpstr>
      <vt:lpstr>What is a Transaction?</vt:lpstr>
      <vt:lpstr>Database Transactions</vt:lpstr>
      <vt:lpstr>Transaction Example – Bank Transfer</vt:lpstr>
      <vt:lpstr>Why Transactions are Important</vt:lpstr>
      <vt:lpstr>ACID Properties Overview</vt:lpstr>
      <vt:lpstr>Atomicity</vt:lpstr>
      <vt:lpstr>Consistency</vt:lpstr>
      <vt:lpstr>Isolation</vt:lpstr>
      <vt:lpstr>Durability</vt:lpstr>
      <vt:lpstr>Oracle Transaction Control Statements (TCL)</vt:lpstr>
      <vt:lpstr>Database Transactions</vt:lpstr>
      <vt:lpstr>Advantages of COMMIT  and ROLLBACK Statements</vt:lpstr>
      <vt:lpstr>Controlling Transactions</vt:lpstr>
      <vt:lpstr>Rolling Back Changes to a Marker</vt:lpstr>
      <vt:lpstr>Implicit Transaction Processing</vt:lpstr>
      <vt:lpstr>PowerPoint Presentation</vt:lpstr>
      <vt:lpstr>State of the Data  Before COMMIT or ROLLBACK</vt:lpstr>
      <vt:lpstr>State of the Data After COMMIT</vt:lpstr>
      <vt:lpstr>Committing Data</vt:lpstr>
      <vt:lpstr>State of the Data After ROLLBACK</vt:lpstr>
      <vt:lpstr>State of the Data After ROLLBACK</vt:lpstr>
      <vt:lpstr>Statement-Level Rollback</vt:lpstr>
      <vt:lpstr>SET TRANSACTION Command</vt:lpstr>
      <vt:lpstr>Isolation Levels in Oracle</vt:lpstr>
      <vt:lpstr>Common Concurrency Problems</vt:lpstr>
      <vt:lpstr>Oracle Supported Isolation Levels</vt:lpstr>
      <vt:lpstr>READ COMMITTED</vt:lpstr>
      <vt:lpstr>SERIALIZABLE</vt:lpstr>
      <vt:lpstr>READ ONLY</vt:lpstr>
      <vt:lpstr>READ COMMITTED vs SERIALIZABLE</vt:lpstr>
      <vt:lpstr>READ COMMITTED vs SERIALIZABLE</vt:lpstr>
      <vt:lpstr>READ COMMITTED vs SERIALIZABLE</vt:lpstr>
      <vt:lpstr>Key Takeaways</vt:lpstr>
      <vt:lpstr>Best Practices</vt:lpstr>
      <vt:lpstr>Summary</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Sujata Batra</cp:lastModifiedBy>
  <cp:revision>13</cp:revision>
  <dcterms:created xsi:type="dcterms:W3CDTF">2013-01-27T09:14:16Z</dcterms:created>
  <dcterms:modified xsi:type="dcterms:W3CDTF">2026-06-22T16:59:26Z</dcterms:modified>
  <cp:category/>
</cp:coreProperties>
</file>